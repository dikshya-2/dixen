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13" r:id="rId2"/>
  </p:sldMasterIdLst>
  <p:notesMasterIdLst>
    <p:notesMasterId r:id="rId16"/>
  </p:notesMasterIdLst>
  <p:sldIdLst>
    <p:sldId id="256" r:id="rId3"/>
    <p:sldId id="257" r:id="rId4"/>
    <p:sldId id="258" r:id="rId5"/>
    <p:sldId id="276" r:id="rId6"/>
    <p:sldId id="259" r:id="rId7"/>
    <p:sldId id="280" r:id="rId8"/>
    <p:sldId id="265" r:id="rId9"/>
    <p:sldId id="279" r:id="rId10"/>
    <p:sldId id="262" r:id="rId11"/>
    <p:sldId id="263" r:id="rId12"/>
    <p:sldId id="266" r:id="rId13"/>
    <p:sldId id="268" r:id="rId14"/>
    <p:sldId id="278" r:id="rId1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41" autoAdjust="0"/>
  </p:normalViewPr>
  <p:slideViewPr>
    <p:cSldViewPr snapToGrid="0">
      <p:cViewPr>
        <p:scale>
          <a:sx n="100" d="100"/>
          <a:sy n="100" d="100"/>
        </p:scale>
        <p:origin x="168" y="-6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4C0E7A-8739-4AD3-B8A9-7AD67FE5B02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D3F3A06-A8ED-4BB0-89A5-C88A024E7A32}">
      <dgm:prSet/>
      <dgm:spPr/>
      <dgm:t>
        <a:bodyPr/>
        <a:lstStyle/>
        <a:p>
          <a:r>
            <a:rPr lang="en-US" dirty="0"/>
            <a:t>Introduction</a:t>
          </a:r>
        </a:p>
      </dgm:t>
    </dgm:pt>
    <dgm:pt modelId="{F756D1E0-AFB5-4837-A1D4-0D558CB5584D}" type="parTrans" cxnId="{3DEA477A-3020-4206-B9D6-4A90F035CE2D}">
      <dgm:prSet/>
      <dgm:spPr/>
      <dgm:t>
        <a:bodyPr/>
        <a:lstStyle/>
        <a:p>
          <a:endParaRPr lang="en-US"/>
        </a:p>
      </dgm:t>
    </dgm:pt>
    <dgm:pt modelId="{2A3B6830-B437-4F21-A4E5-F0655294ADC4}" type="sibTrans" cxnId="{3DEA477A-3020-4206-B9D6-4A90F035CE2D}">
      <dgm:prSet/>
      <dgm:spPr/>
      <dgm:t>
        <a:bodyPr/>
        <a:lstStyle/>
        <a:p>
          <a:endParaRPr lang="en-US"/>
        </a:p>
      </dgm:t>
    </dgm:pt>
    <dgm:pt modelId="{6897E988-3AEF-4B7D-9635-C7001937CE23}">
      <dgm:prSet/>
      <dgm:spPr/>
      <dgm:t>
        <a:bodyPr/>
        <a:lstStyle/>
        <a:p>
          <a:r>
            <a:rPr lang="en-US" dirty="0"/>
            <a:t>Problem Formulation</a:t>
          </a:r>
        </a:p>
      </dgm:t>
    </dgm:pt>
    <dgm:pt modelId="{94AD7BEE-E910-4A19-950B-ED9839B1F699}" type="parTrans" cxnId="{CEDD933D-A1D2-4CB1-91C5-8BCD42F9DA40}">
      <dgm:prSet/>
      <dgm:spPr/>
      <dgm:t>
        <a:bodyPr/>
        <a:lstStyle/>
        <a:p>
          <a:endParaRPr lang="en-US"/>
        </a:p>
      </dgm:t>
    </dgm:pt>
    <dgm:pt modelId="{744B5E8A-24BD-457E-BF50-61C2D40E3298}" type="sibTrans" cxnId="{CEDD933D-A1D2-4CB1-91C5-8BCD42F9DA40}">
      <dgm:prSet/>
      <dgm:spPr/>
      <dgm:t>
        <a:bodyPr/>
        <a:lstStyle/>
        <a:p>
          <a:endParaRPr lang="en-US"/>
        </a:p>
      </dgm:t>
    </dgm:pt>
    <dgm:pt modelId="{F2C99303-7BC8-478C-99A3-DF7A21E11F68}">
      <dgm:prSet/>
      <dgm:spPr/>
      <dgm:t>
        <a:bodyPr/>
        <a:lstStyle/>
        <a:p>
          <a:r>
            <a:rPr lang="en-US" dirty="0"/>
            <a:t>Requirement Specification</a:t>
          </a:r>
        </a:p>
      </dgm:t>
    </dgm:pt>
    <dgm:pt modelId="{D2018E1E-5824-44D3-8FE2-0FE652B5B239}" type="parTrans" cxnId="{3FB7EA39-0461-4F4E-B6DE-F6D96D13B623}">
      <dgm:prSet/>
      <dgm:spPr/>
      <dgm:t>
        <a:bodyPr/>
        <a:lstStyle/>
        <a:p>
          <a:endParaRPr lang="en-US"/>
        </a:p>
      </dgm:t>
    </dgm:pt>
    <dgm:pt modelId="{751472AD-4671-4A25-996B-796F0EC4E52D}" type="sibTrans" cxnId="{3FB7EA39-0461-4F4E-B6DE-F6D96D13B623}">
      <dgm:prSet/>
      <dgm:spPr/>
      <dgm:t>
        <a:bodyPr/>
        <a:lstStyle/>
        <a:p>
          <a:endParaRPr lang="en-US"/>
        </a:p>
      </dgm:t>
    </dgm:pt>
    <dgm:pt modelId="{7356164A-E456-4EAB-BD86-F6D3C4B62617}">
      <dgm:prSet/>
      <dgm:spPr/>
      <dgm:t>
        <a:bodyPr/>
        <a:lstStyle/>
        <a:p>
          <a:r>
            <a:rPr lang="en-US" dirty="0"/>
            <a:t>Technology Choice </a:t>
          </a:r>
        </a:p>
      </dgm:t>
    </dgm:pt>
    <dgm:pt modelId="{B5F809F4-60BD-468E-9E73-8B86411A8DCA}" type="parTrans" cxnId="{5CEDB037-6BF3-4082-AA10-44FE0A89AA01}">
      <dgm:prSet/>
      <dgm:spPr/>
      <dgm:t>
        <a:bodyPr/>
        <a:lstStyle/>
        <a:p>
          <a:endParaRPr lang="en-US"/>
        </a:p>
      </dgm:t>
    </dgm:pt>
    <dgm:pt modelId="{CCD53B09-36C1-4AE9-8DCB-DAE46C6E1528}" type="sibTrans" cxnId="{5CEDB037-6BF3-4082-AA10-44FE0A89AA01}">
      <dgm:prSet/>
      <dgm:spPr/>
      <dgm:t>
        <a:bodyPr/>
        <a:lstStyle/>
        <a:p>
          <a:endParaRPr lang="en-US"/>
        </a:p>
      </dgm:t>
    </dgm:pt>
    <dgm:pt modelId="{5D872839-DFB3-42A8-9B7E-EF2BF96E6707}">
      <dgm:prSet/>
      <dgm:spPr/>
      <dgm:t>
        <a:bodyPr/>
        <a:lstStyle/>
        <a:p>
          <a:r>
            <a:rPr lang="en-US" dirty="0"/>
            <a:t>Project Plan</a:t>
          </a:r>
        </a:p>
      </dgm:t>
    </dgm:pt>
    <dgm:pt modelId="{D36F20FB-B3F8-45C8-8DDA-368C19624F60}" type="parTrans" cxnId="{7B33BFBD-8EEC-440E-A9DD-06EB2C9CB5F6}">
      <dgm:prSet/>
      <dgm:spPr/>
      <dgm:t>
        <a:bodyPr/>
        <a:lstStyle/>
        <a:p>
          <a:endParaRPr lang="en-US"/>
        </a:p>
      </dgm:t>
    </dgm:pt>
    <dgm:pt modelId="{A77A02EE-919D-47C3-802A-2543E7E90A75}" type="sibTrans" cxnId="{7B33BFBD-8EEC-440E-A9DD-06EB2C9CB5F6}">
      <dgm:prSet/>
      <dgm:spPr/>
      <dgm:t>
        <a:bodyPr/>
        <a:lstStyle/>
        <a:p>
          <a:endParaRPr lang="en-US"/>
        </a:p>
      </dgm:t>
    </dgm:pt>
    <dgm:pt modelId="{4AFF869F-6E28-4ABC-86F7-3EE036A58368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4531C10B-3D13-43E4-AFBD-C4BF3245D141}" type="parTrans" cxnId="{C785A61A-7341-42DC-B6F7-0A9DC55805D7}">
      <dgm:prSet/>
      <dgm:spPr/>
      <dgm:t>
        <a:bodyPr/>
        <a:lstStyle/>
        <a:p>
          <a:endParaRPr lang="en-DK"/>
        </a:p>
      </dgm:t>
    </dgm:pt>
    <dgm:pt modelId="{2FA2C7A7-0AEF-4AC0-AB51-108D5006FD96}" type="sibTrans" cxnId="{C785A61A-7341-42DC-B6F7-0A9DC55805D7}">
      <dgm:prSet/>
      <dgm:spPr/>
      <dgm:t>
        <a:bodyPr/>
        <a:lstStyle/>
        <a:p>
          <a:endParaRPr lang="en-DK"/>
        </a:p>
      </dgm:t>
    </dgm:pt>
    <dgm:pt modelId="{E514B413-3374-48EA-886E-8844E121C009}">
      <dgm:prSet/>
      <dgm:spPr/>
      <dgm:t>
        <a:bodyPr/>
        <a:lstStyle/>
        <a:p>
          <a:pPr>
            <a:buNone/>
          </a:pPr>
          <a:r>
            <a:rPr lang="en-US" dirty="0"/>
            <a:t>Logbook &amp; lessons learned</a:t>
          </a:r>
        </a:p>
      </dgm:t>
    </dgm:pt>
    <dgm:pt modelId="{004E504C-1AF2-4FA8-BD3E-A2EBB73E4F94}" type="parTrans" cxnId="{ACD10E3B-2A9B-497F-B05F-A27BE2FFA7B5}">
      <dgm:prSet/>
      <dgm:spPr/>
      <dgm:t>
        <a:bodyPr/>
        <a:lstStyle/>
        <a:p>
          <a:endParaRPr lang="en-DK"/>
        </a:p>
      </dgm:t>
    </dgm:pt>
    <dgm:pt modelId="{EBBD9446-EFA1-4F72-8F0A-CF59CD93190A}" type="sibTrans" cxnId="{ACD10E3B-2A9B-497F-B05F-A27BE2FFA7B5}">
      <dgm:prSet/>
      <dgm:spPr/>
      <dgm:t>
        <a:bodyPr/>
        <a:lstStyle/>
        <a:p>
          <a:endParaRPr lang="en-DK"/>
        </a:p>
      </dgm:t>
    </dgm:pt>
    <dgm:pt modelId="{8A36DFBD-F699-4E91-8774-607E9A9F674A}">
      <dgm:prSet/>
      <dgm:spPr/>
      <dgm:t>
        <a:bodyPr/>
        <a:lstStyle/>
        <a:p>
          <a:r>
            <a:rPr lang="en-US" dirty="0"/>
            <a:t>Question and suggestion</a:t>
          </a:r>
        </a:p>
      </dgm:t>
    </dgm:pt>
    <dgm:pt modelId="{6BD33563-DD9A-455A-874F-127D721EC595}" type="parTrans" cxnId="{AE3DF15D-8360-4CE7-B8FF-8C7106189013}">
      <dgm:prSet/>
      <dgm:spPr/>
      <dgm:t>
        <a:bodyPr/>
        <a:lstStyle/>
        <a:p>
          <a:endParaRPr lang="en-DK"/>
        </a:p>
      </dgm:t>
    </dgm:pt>
    <dgm:pt modelId="{FBF94B4E-ED91-4A7B-8180-7D7B01179F44}" type="sibTrans" cxnId="{AE3DF15D-8360-4CE7-B8FF-8C7106189013}">
      <dgm:prSet/>
      <dgm:spPr/>
      <dgm:t>
        <a:bodyPr/>
        <a:lstStyle/>
        <a:p>
          <a:endParaRPr lang="en-DK"/>
        </a:p>
      </dgm:t>
    </dgm:pt>
    <dgm:pt modelId="{ABEB4DE5-1CEF-4E3A-9F99-9DE839BB8458}">
      <dgm:prSet/>
      <dgm:spPr/>
      <dgm:t>
        <a:bodyPr/>
        <a:lstStyle/>
        <a:p>
          <a:r>
            <a:rPr lang="en-US" dirty="0"/>
            <a:t>Architecture &amp; structure</a:t>
          </a:r>
        </a:p>
      </dgm:t>
    </dgm:pt>
    <dgm:pt modelId="{098A426A-E193-4AF3-B4BD-82303C7AC5FD}" type="parTrans" cxnId="{56C5784D-2135-4BE0-AEEA-ADDBE46134D2}">
      <dgm:prSet/>
      <dgm:spPr/>
      <dgm:t>
        <a:bodyPr/>
        <a:lstStyle/>
        <a:p>
          <a:endParaRPr lang="en-DK"/>
        </a:p>
      </dgm:t>
    </dgm:pt>
    <dgm:pt modelId="{846A6C7F-53F5-49B3-B75F-7C62A50104F4}" type="sibTrans" cxnId="{56C5784D-2135-4BE0-AEEA-ADDBE46134D2}">
      <dgm:prSet/>
      <dgm:spPr/>
      <dgm:t>
        <a:bodyPr/>
        <a:lstStyle/>
        <a:p>
          <a:endParaRPr lang="en-DK"/>
        </a:p>
      </dgm:t>
    </dgm:pt>
    <dgm:pt modelId="{1D1FD3EA-EE75-4965-9F75-0E940046F3C9}">
      <dgm:prSet/>
      <dgm:spPr/>
      <dgm:t>
        <a:bodyPr/>
        <a:lstStyle/>
        <a:p>
          <a:r>
            <a:rPr lang="en-US"/>
            <a:t>LiveDemo</a:t>
          </a:r>
          <a:endParaRPr lang="en-US" dirty="0"/>
        </a:p>
      </dgm:t>
    </dgm:pt>
    <dgm:pt modelId="{BD36DE2A-0BC4-4310-AEE9-762F0F7C9A2B}" type="parTrans" cxnId="{B9B1B995-6658-414B-B4D9-8F3554D56924}">
      <dgm:prSet/>
      <dgm:spPr/>
      <dgm:t>
        <a:bodyPr/>
        <a:lstStyle/>
        <a:p>
          <a:endParaRPr lang="en-DK"/>
        </a:p>
      </dgm:t>
    </dgm:pt>
    <dgm:pt modelId="{A967434C-5A5D-4D2A-AF57-035E2C69B8DC}" type="sibTrans" cxnId="{B9B1B995-6658-414B-B4D9-8F3554D56924}">
      <dgm:prSet/>
      <dgm:spPr/>
      <dgm:t>
        <a:bodyPr/>
        <a:lstStyle/>
        <a:p>
          <a:endParaRPr lang="en-DK"/>
        </a:p>
      </dgm:t>
    </dgm:pt>
    <dgm:pt modelId="{DDABBFC5-05B4-42E6-AA78-8357B0D2D2C7}" type="pres">
      <dgm:prSet presAssocID="{4F4C0E7A-8739-4AD3-B8A9-7AD67FE5B025}" presName="Name0" presStyleCnt="0">
        <dgm:presLayoutVars>
          <dgm:dir/>
          <dgm:resizeHandles val="exact"/>
        </dgm:presLayoutVars>
      </dgm:prSet>
      <dgm:spPr/>
    </dgm:pt>
    <dgm:pt modelId="{8DCD9B5D-534B-4DFD-8818-2039EECD140A}" type="pres">
      <dgm:prSet presAssocID="{DD3F3A06-A8ED-4BB0-89A5-C88A024E7A32}" presName="node" presStyleLbl="node1" presStyleIdx="0" presStyleCnt="10">
        <dgm:presLayoutVars>
          <dgm:bulletEnabled val="1"/>
        </dgm:presLayoutVars>
      </dgm:prSet>
      <dgm:spPr/>
    </dgm:pt>
    <dgm:pt modelId="{A0E12DDE-5C05-4843-9143-A89AB22F4548}" type="pres">
      <dgm:prSet presAssocID="{2A3B6830-B437-4F21-A4E5-F0655294ADC4}" presName="sibTrans" presStyleLbl="sibTrans1D1" presStyleIdx="0" presStyleCnt="9"/>
      <dgm:spPr/>
    </dgm:pt>
    <dgm:pt modelId="{03A64613-6681-432B-BDDF-5B1A562F6FD2}" type="pres">
      <dgm:prSet presAssocID="{2A3B6830-B437-4F21-A4E5-F0655294ADC4}" presName="connectorText" presStyleLbl="sibTrans1D1" presStyleIdx="0" presStyleCnt="9"/>
      <dgm:spPr/>
    </dgm:pt>
    <dgm:pt modelId="{09E9240C-0731-449A-A2DE-618279B951C1}" type="pres">
      <dgm:prSet presAssocID="{6897E988-3AEF-4B7D-9635-C7001937CE23}" presName="node" presStyleLbl="node1" presStyleIdx="1" presStyleCnt="10">
        <dgm:presLayoutVars>
          <dgm:bulletEnabled val="1"/>
        </dgm:presLayoutVars>
      </dgm:prSet>
      <dgm:spPr/>
    </dgm:pt>
    <dgm:pt modelId="{91B617A9-CF54-4F18-A8D2-AF278AE7533C}" type="pres">
      <dgm:prSet presAssocID="{744B5E8A-24BD-457E-BF50-61C2D40E3298}" presName="sibTrans" presStyleLbl="sibTrans1D1" presStyleIdx="1" presStyleCnt="9"/>
      <dgm:spPr/>
    </dgm:pt>
    <dgm:pt modelId="{A6D40C44-0C15-4D4D-A575-29417085DBDB}" type="pres">
      <dgm:prSet presAssocID="{744B5E8A-24BD-457E-BF50-61C2D40E3298}" presName="connectorText" presStyleLbl="sibTrans1D1" presStyleIdx="1" presStyleCnt="9"/>
      <dgm:spPr/>
    </dgm:pt>
    <dgm:pt modelId="{90B50CB8-46E2-4CF6-AFED-413A07784DAB}" type="pres">
      <dgm:prSet presAssocID="{F2C99303-7BC8-478C-99A3-DF7A21E11F68}" presName="node" presStyleLbl="node1" presStyleIdx="2" presStyleCnt="10">
        <dgm:presLayoutVars>
          <dgm:bulletEnabled val="1"/>
        </dgm:presLayoutVars>
      </dgm:prSet>
      <dgm:spPr/>
    </dgm:pt>
    <dgm:pt modelId="{9292C55C-BB76-40E4-91C6-544F3199E8A9}" type="pres">
      <dgm:prSet presAssocID="{751472AD-4671-4A25-996B-796F0EC4E52D}" presName="sibTrans" presStyleLbl="sibTrans1D1" presStyleIdx="2" presStyleCnt="9"/>
      <dgm:spPr/>
    </dgm:pt>
    <dgm:pt modelId="{27A1BA00-6092-46E2-97EC-6CCBC00909DF}" type="pres">
      <dgm:prSet presAssocID="{751472AD-4671-4A25-996B-796F0EC4E52D}" presName="connectorText" presStyleLbl="sibTrans1D1" presStyleIdx="2" presStyleCnt="9"/>
      <dgm:spPr/>
    </dgm:pt>
    <dgm:pt modelId="{3C84A06D-FF53-4118-80D7-248812640C86}" type="pres">
      <dgm:prSet presAssocID="{ABEB4DE5-1CEF-4E3A-9F99-9DE839BB8458}" presName="node" presStyleLbl="node1" presStyleIdx="3" presStyleCnt="10">
        <dgm:presLayoutVars>
          <dgm:bulletEnabled val="1"/>
        </dgm:presLayoutVars>
      </dgm:prSet>
      <dgm:spPr/>
    </dgm:pt>
    <dgm:pt modelId="{7CD61E3B-3636-4A2B-9B11-5508E4CC5281}" type="pres">
      <dgm:prSet presAssocID="{846A6C7F-53F5-49B3-B75F-7C62A50104F4}" presName="sibTrans" presStyleLbl="sibTrans1D1" presStyleIdx="3" presStyleCnt="9"/>
      <dgm:spPr/>
    </dgm:pt>
    <dgm:pt modelId="{9D8E85E8-0BD5-4679-847B-C32AEC1C8BF8}" type="pres">
      <dgm:prSet presAssocID="{846A6C7F-53F5-49B3-B75F-7C62A50104F4}" presName="connectorText" presStyleLbl="sibTrans1D1" presStyleIdx="3" presStyleCnt="9"/>
      <dgm:spPr/>
    </dgm:pt>
    <dgm:pt modelId="{4E7C1F9F-E085-47B4-B54C-F0949275FC59}" type="pres">
      <dgm:prSet presAssocID="{1D1FD3EA-EE75-4965-9F75-0E940046F3C9}" presName="node" presStyleLbl="node1" presStyleIdx="4" presStyleCnt="10">
        <dgm:presLayoutVars>
          <dgm:bulletEnabled val="1"/>
        </dgm:presLayoutVars>
      </dgm:prSet>
      <dgm:spPr/>
    </dgm:pt>
    <dgm:pt modelId="{28FCEAEC-1E6D-45CF-993A-7104FBDD04AC}" type="pres">
      <dgm:prSet presAssocID="{A967434C-5A5D-4D2A-AF57-035E2C69B8DC}" presName="sibTrans" presStyleLbl="sibTrans1D1" presStyleIdx="4" presStyleCnt="9"/>
      <dgm:spPr/>
    </dgm:pt>
    <dgm:pt modelId="{4465ABD2-D385-4B8E-B71C-B43AC34DFE43}" type="pres">
      <dgm:prSet presAssocID="{A967434C-5A5D-4D2A-AF57-035E2C69B8DC}" presName="connectorText" presStyleLbl="sibTrans1D1" presStyleIdx="4" presStyleCnt="9"/>
      <dgm:spPr/>
    </dgm:pt>
    <dgm:pt modelId="{BC7E20D0-FF25-4DBA-B236-64CFACAE95C4}" type="pres">
      <dgm:prSet presAssocID="{7356164A-E456-4EAB-BD86-F6D3C4B62617}" presName="node" presStyleLbl="node1" presStyleIdx="5" presStyleCnt="10">
        <dgm:presLayoutVars>
          <dgm:bulletEnabled val="1"/>
        </dgm:presLayoutVars>
      </dgm:prSet>
      <dgm:spPr/>
    </dgm:pt>
    <dgm:pt modelId="{47233474-C988-4E42-B7B6-B90A3AF121AA}" type="pres">
      <dgm:prSet presAssocID="{CCD53B09-36C1-4AE9-8DCB-DAE46C6E1528}" presName="sibTrans" presStyleLbl="sibTrans1D1" presStyleIdx="5" presStyleCnt="9"/>
      <dgm:spPr/>
    </dgm:pt>
    <dgm:pt modelId="{AD2FD73E-0D56-4614-96D8-F7D1F251ED41}" type="pres">
      <dgm:prSet presAssocID="{CCD53B09-36C1-4AE9-8DCB-DAE46C6E1528}" presName="connectorText" presStyleLbl="sibTrans1D1" presStyleIdx="5" presStyleCnt="9"/>
      <dgm:spPr/>
    </dgm:pt>
    <dgm:pt modelId="{7C4AF823-28C4-45B9-A608-BD435A31FAEE}" type="pres">
      <dgm:prSet presAssocID="{5D872839-DFB3-42A8-9B7E-EF2BF96E6707}" presName="node" presStyleLbl="node1" presStyleIdx="6" presStyleCnt="10">
        <dgm:presLayoutVars>
          <dgm:bulletEnabled val="1"/>
        </dgm:presLayoutVars>
      </dgm:prSet>
      <dgm:spPr/>
    </dgm:pt>
    <dgm:pt modelId="{90F18820-2AD5-46E1-8835-D48612ADEB72}" type="pres">
      <dgm:prSet presAssocID="{A77A02EE-919D-47C3-802A-2543E7E90A75}" presName="sibTrans" presStyleLbl="sibTrans1D1" presStyleIdx="6" presStyleCnt="9"/>
      <dgm:spPr/>
    </dgm:pt>
    <dgm:pt modelId="{ADDFDC85-C034-4197-87A1-0C1BED51F619}" type="pres">
      <dgm:prSet presAssocID="{A77A02EE-919D-47C3-802A-2543E7E90A75}" presName="connectorText" presStyleLbl="sibTrans1D1" presStyleIdx="6" presStyleCnt="9"/>
      <dgm:spPr/>
    </dgm:pt>
    <dgm:pt modelId="{0DF35172-1D7F-4AFE-A115-E99DFD112C2D}" type="pres">
      <dgm:prSet presAssocID="{E514B413-3374-48EA-886E-8844E121C009}" presName="node" presStyleLbl="node1" presStyleIdx="7" presStyleCnt="10">
        <dgm:presLayoutVars>
          <dgm:bulletEnabled val="1"/>
        </dgm:presLayoutVars>
      </dgm:prSet>
      <dgm:spPr/>
    </dgm:pt>
    <dgm:pt modelId="{4B33CC3F-12BB-4D0B-A14A-0AFC0376E4EE}" type="pres">
      <dgm:prSet presAssocID="{EBBD9446-EFA1-4F72-8F0A-CF59CD93190A}" presName="sibTrans" presStyleLbl="sibTrans1D1" presStyleIdx="7" presStyleCnt="9"/>
      <dgm:spPr/>
    </dgm:pt>
    <dgm:pt modelId="{4A95A2E0-2385-42EA-B591-923BA6F328F4}" type="pres">
      <dgm:prSet presAssocID="{EBBD9446-EFA1-4F72-8F0A-CF59CD93190A}" presName="connectorText" presStyleLbl="sibTrans1D1" presStyleIdx="7" presStyleCnt="9"/>
      <dgm:spPr/>
    </dgm:pt>
    <dgm:pt modelId="{727B08F0-5938-4EC7-9C43-9D6FAD0081FE}" type="pres">
      <dgm:prSet presAssocID="{4AFF869F-6E28-4ABC-86F7-3EE036A58368}" presName="node" presStyleLbl="node1" presStyleIdx="8" presStyleCnt="10">
        <dgm:presLayoutVars>
          <dgm:bulletEnabled val="1"/>
        </dgm:presLayoutVars>
      </dgm:prSet>
      <dgm:spPr/>
    </dgm:pt>
    <dgm:pt modelId="{CC05C9BC-DAB8-42A2-89C7-7A0AA0CA93CC}" type="pres">
      <dgm:prSet presAssocID="{2FA2C7A7-0AEF-4AC0-AB51-108D5006FD96}" presName="sibTrans" presStyleLbl="sibTrans1D1" presStyleIdx="8" presStyleCnt="9"/>
      <dgm:spPr/>
    </dgm:pt>
    <dgm:pt modelId="{C0CE082B-EDDA-41F0-AA93-991994052E20}" type="pres">
      <dgm:prSet presAssocID="{2FA2C7A7-0AEF-4AC0-AB51-108D5006FD96}" presName="connectorText" presStyleLbl="sibTrans1D1" presStyleIdx="8" presStyleCnt="9"/>
      <dgm:spPr/>
    </dgm:pt>
    <dgm:pt modelId="{8F85762D-D400-4DCB-B24C-2157BB711B5C}" type="pres">
      <dgm:prSet presAssocID="{8A36DFBD-F699-4E91-8774-607E9A9F674A}" presName="node" presStyleLbl="node1" presStyleIdx="9" presStyleCnt="10">
        <dgm:presLayoutVars>
          <dgm:bulletEnabled val="1"/>
        </dgm:presLayoutVars>
      </dgm:prSet>
      <dgm:spPr/>
    </dgm:pt>
  </dgm:ptLst>
  <dgm:cxnLst>
    <dgm:cxn modelId="{F7030106-64B0-46AB-938E-636124A26789}" type="presOf" srcId="{744B5E8A-24BD-457E-BF50-61C2D40E3298}" destId="{A6D40C44-0C15-4D4D-A575-29417085DBDB}" srcOrd="1" destOrd="0" presId="urn:microsoft.com/office/officeart/2016/7/layout/RepeatingBendingProcessNew"/>
    <dgm:cxn modelId="{7988EA0D-B0A6-4E7A-BFF2-E0A4BAF272B0}" type="presOf" srcId="{EBBD9446-EFA1-4F72-8F0A-CF59CD93190A}" destId="{4A95A2E0-2385-42EA-B591-923BA6F328F4}" srcOrd="1" destOrd="0" presId="urn:microsoft.com/office/officeart/2016/7/layout/RepeatingBendingProcessNew"/>
    <dgm:cxn modelId="{4D4D5611-C3C6-47AE-89E7-9437EDF083EB}" type="presOf" srcId="{2FA2C7A7-0AEF-4AC0-AB51-108D5006FD96}" destId="{CC05C9BC-DAB8-42A2-89C7-7A0AA0CA93CC}" srcOrd="0" destOrd="0" presId="urn:microsoft.com/office/officeart/2016/7/layout/RepeatingBendingProcessNew"/>
    <dgm:cxn modelId="{1CDCF711-2D8D-4E31-B8DA-3FBC910C25E5}" type="presOf" srcId="{ABEB4DE5-1CEF-4E3A-9F99-9DE839BB8458}" destId="{3C84A06D-FF53-4118-80D7-248812640C86}" srcOrd="0" destOrd="0" presId="urn:microsoft.com/office/officeart/2016/7/layout/RepeatingBendingProcessNew"/>
    <dgm:cxn modelId="{3694BC17-EA5D-432F-BA69-AB816C387675}" type="presOf" srcId="{6897E988-3AEF-4B7D-9635-C7001937CE23}" destId="{09E9240C-0731-449A-A2DE-618279B951C1}" srcOrd="0" destOrd="0" presId="urn:microsoft.com/office/officeart/2016/7/layout/RepeatingBendingProcessNew"/>
    <dgm:cxn modelId="{A261E317-2906-4A36-951B-64769A3AF024}" type="presOf" srcId="{DD3F3A06-A8ED-4BB0-89A5-C88A024E7A32}" destId="{8DCD9B5D-534B-4DFD-8818-2039EECD140A}" srcOrd="0" destOrd="0" presId="urn:microsoft.com/office/officeart/2016/7/layout/RepeatingBendingProcessNew"/>
    <dgm:cxn modelId="{C785A61A-7341-42DC-B6F7-0A9DC55805D7}" srcId="{4F4C0E7A-8739-4AD3-B8A9-7AD67FE5B025}" destId="{4AFF869F-6E28-4ABC-86F7-3EE036A58368}" srcOrd="8" destOrd="0" parTransId="{4531C10B-3D13-43E4-AFBD-C4BF3245D141}" sibTransId="{2FA2C7A7-0AEF-4AC0-AB51-108D5006FD96}"/>
    <dgm:cxn modelId="{856E491D-D1C8-4112-A5F3-60F42117D936}" type="presOf" srcId="{1D1FD3EA-EE75-4965-9F75-0E940046F3C9}" destId="{4E7C1F9F-E085-47B4-B54C-F0949275FC59}" srcOrd="0" destOrd="0" presId="urn:microsoft.com/office/officeart/2016/7/layout/RepeatingBendingProcessNew"/>
    <dgm:cxn modelId="{DF1A762A-B823-429B-9525-E81224D117EC}" type="presOf" srcId="{E514B413-3374-48EA-886E-8844E121C009}" destId="{0DF35172-1D7F-4AFE-A115-E99DFD112C2D}" srcOrd="0" destOrd="0" presId="urn:microsoft.com/office/officeart/2016/7/layout/RepeatingBendingProcessNew"/>
    <dgm:cxn modelId="{5CEDB037-6BF3-4082-AA10-44FE0A89AA01}" srcId="{4F4C0E7A-8739-4AD3-B8A9-7AD67FE5B025}" destId="{7356164A-E456-4EAB-BD86-F6D3C4B62617}" srcOrd="5" destOrd="0" parTransId="{B5F809F4-60BD-468E-9E73-8B86411A8DCA}" sibTransId="{CCD53B09-36C1-4AE9-8DCB-DAE46C6E1528}"/>
    <dgm:cxn modelId="{3FB7EA39-0461-4F4E-B6DE-F6D96D13B623}" srcId="{4F4C0E7A-8739-4AD3-B8A9-7AD67FE5B025}" destId="{F2C99303-7BC8-478C-99A3-DF7A21E11F68}" srcOrd="2" destOrd="0" parTransId="{D2018E1E-5824-44D3-8FE2-0FE652B5B239}" sibTransId="{751472AD-4671-4A25-996B-796F0EC4E52D}"/>
    <dgm:cxn modelId="{ACD10E3B-2A9B-497F-B05F-A27BE2FFA7B5}" srcId="{4F4C0E7A-8739-4AD3-B8A9-7AD67FE5B025}" destId="{E514B413-3374-48EA-886E-8844E121C009}" srcOrd="7" destOrd="0" parTransId="{004E504C-1AF2-4FA8-BD3E-A2EBB73E4F94}" sibTransId="{EBBD9446-EFA1-4F72-8F0A-CF59CD93190A}"/>
    <dgm:cxn modelId="{CEDD933D-A1D2-4CB1-91C5-8BCD42F9DA40}" srcId="{4F4C0E7A-8739-4AD3-B8A9-7AD67FE5B025}" destId="{6897E988-3AEF-4B7D-9635-C7001937CE23}" srcOrd="1" destOrd="0" parTransId="{94AD7BEE-E910-4A19-950B-ED9839B1F699}" sibTransId="{744B5E8A-24BD-457E-BF50-61C2D40E3298}"/>
    <dgm:cxn modelId="{AE3DF15D-8360-4CE7-B8FF-8C7106189013}" srcId="{4F4C0E7A-8739-4AD3-B8A9-7AD67FE5B025}" destId="{8A36DFBD-F699-4E91-8774-607E9A9F674A}" srcOrd="9" destOrd="0" parTransId="{6BD33563-DD9A-455A-874F-127D721EC595}" sibTransId="{FBF94B4E-ED91-4A7B-8180-7D7B01179F44}"/>
    <dgm:cxn modelId="{D9BCE761-8332-41D8-8E51-38B1EFDF3D5B}" type="presOf" srcId="{2FA2C7A7-0AEF-4AC0-AB51-108D5006FD96}" destId="{C0CE082B-EDDA-41F0-AA93-991994052E20}" srcOrd="1" destOrd="0" presId="urn:microsoft.com/office/officeart/2016/7/layout/RepeatingBendingProcessNew"/>
    <dgm:cxn modelId="{22A00A65-0680-4A38-A06F-A066DCB62986}" type="presOf" srcId="{2A3B6830-B437-4F21-A4E5-F0655294ADC4}" destId="{A0E12DDE-5C05-4843-9143-A89AB22F4548}" srcOrd="0" destOrd="0" presId="urn:microsoft.com/office/officeart/2016/7/layout/RepeatingBendingProcessNew"/>
    <dgm:cxn modelId="{56C5784D-2135-4BE0-AEEA-ADDBE46134D2}" srcId="{4F4C0E7A-8739-4AD3-B8A9-7AD67FE5B025}" destId="{ABEB4DE5-1CEF-4E3A-9F99-9DE839BB8458}" srcOrd="3" destOrd="0" parTransId="{098A426A-E193-4AF3-B4BD-82303C7AC5FD}" sibTransId="{846A6C7F-53F5-49B3-B75F-7C62A50104F4}"/>
    <dgm:cxn modelId="{83849B4E-DB2F-45C6-89AB-AF8BFED15F11}" type="presOf" srcId="{4F4C0E7A-8739-4AD3-B8A9-7AD67FE5B025}" destId="{DDABBFC5-05B4-42E6-AA78-8357B0D2D2C7}" srcOrd="0" destOrd="0" presId="urn:microsoft.com/office/officeart/2016/7/layout/RepeatingBendingProcessNew"/>
    <dgm:cxn modelId="{CC14DA6F-B325-44BE-901D-A8E0923EB366}" type="presOf" srcId="{A967434C-5A5D-4D2A-AF57-035E2C69B8DC}" destId="{4465ABD2-D385-4B8E-B71C-B43AC34DFE43}" srcOrd="1" destOrd="0" presId="urn:microsoft.com/office/officeart/2016/7/layout/RepeatingBendingProcessNew"/>
    <dgm:cxn modelId="{B287ED50-E655-4187-B078-C553DB0E95A3}" type="presOf" srcId="{2A3B6830-B437-4F21-A4E5-F0655294ADC4}" destId="{03A64613-6681-432B-BDDF-5B1A562F6FD2}" srcOrd="1" destOrd="0" presId="urn:microsoft.com/office/officeart/2016/7/layout/RepeatingBendingProcessNew"/>
    <dgm:cxn modelId="{D59C3C72-382F-4A0E-B86C-52FD90BA6C79}" type="presOf" srcId="{A967434C-5A5D-4D2A-AF57-035E2C69B8DC}" destId="{28FCEAEC-1E6D-45CF-993A-7104FBDD04AC}" srcOrd="0" destOrd="0" presId="urn:microsoft.com/office/officeart/2016/7/layout/RepeatingBendingProcessNew"/>
    <dgm:cxn modelId="{6CE10879-9BFC-4718-8B7F-EEDA220A96C6}" type="presOf" srcId="{CCD53B09-36C1-4AE9-8DCB-DAE46C6E1528}" destId="{47233474-C988-4E42-B7B6-B90A3AF121AA}" srcOrd="0" destOrd="0" presId="urn:microsoft.com/office/officeart/2016/7/layout/RepeatingBendingProcessNew"/>
    <dgm:cxn modelId="{3DEA477A-3020-4206-B9D6-4A90F035CE2D}" srcId="{4F4C0E7A-8739-4AD3-B8A9-7AD67FE5B025}" destId="{DD3F3A06-A8ED-4BB0-89A5-C88A024E7A32}" srcOrd="0" destOrd="0" parTransId="{F756D1E0-AFB5-4837-A1D4-0D558CB5584D}" sibTransId="{2A3B6830-B437-4F21-A4E5-F0655294ADC4}"/>
    <dgm:cxn modelId="{BE41B85A-27DF-417C-8CED-C254F02CDB8A}" type="presOf" srcId="{EBBD9446-EFA1-4F72-8F0A-CF59CD93190A}" destId="{4B33CC3F-12BB-4D0B-A14A-0AFC0376E4EE}" srcOrd="0" destOrd="0" presId="urn:microsoft.com/office/officeart/2016/7/layout/RepeatingBendingProcessNew"/>
    <dgm:cxn modelId="{B1C45785-C615-4CF0-BDB7-7E271A848C4E}" type="presOf" srcId="{8A36DFBD-F699-4E91-8774-607E9A9F674A}" destId="{8F85762D-D400-4DCB-B24C-2157BB711B5C}" srcOrd="0" destOrd="0" presId="urn:microsoft.com/office/officeart/2016/7/layout/RepeatingBendingProcessNew"/>
    <dgm:cxn modelId="{D777BF8F-A0E3-4525-B1E6-45B8AE484667}" type="presOf" srcId="{4AFF869F-6E28-4ABC-86F7-3EE036A58368}" destId="{727B08F0-5938-4EC7-9C43-9D6FAD0081FE}" srcOrd="0" destOrd="0" presId="urn:microsoft.com/office/officeart/2016/7/layout/RepeatingBendingProcessNew"/>
    <dgm:cxn modelId="{B9B1B995-6658-414B-B4D9-8F3554D56924}" srcId="{4F4C0E7A-8739-4AD3-B8A9-7AD67FE5B025}" destId="{1D1FD3EA-EE75-4965-9F75-0E940046F3C9}" srcOrd="4" destOrd="0" parTransId="{BD36DE2A-0BC4-4310-AEE9-762F0F7C9A2B}" sibTransId="{A967434C-5A5D-4D2A-AF57-035E2C69B8DC}"/>
    <dgm:cxn modelId="{0F4D079D-77AA-4BC1-9836-346451814567}" type="presOf" srcId="{846A6C7F-53F5-49B3-B75F-7C62A50104F4}" destId="{7CD61E3B-3636-4A2B-9B11-5508E4CC5281}" srcOrd="0" destOrd="0" presId="urn:microsoft.com/office/officeart/2016/7/layout/RepeatingBendingProcessNew"/>
    <dgm:cxn modelId="{AA07969F-8B6E-4DCE-9691-2836C7EC7151}" type="presOf" srcId="{751472AD-4671-4A25-996B-796F0EC4E52D}" destId="{27A1BA00-6092-46E2-97EC-6CCBC00909DF}" srcOrd="1" destOrd="0" presId="urn:microsoft.com/office/officeart/2016/7/layout/RepeatingBendingProcessNew"/>
    <dgm:cxn modelId="{F94D72A0-0D3C-414A-88B5-D0337E245176}" type="presOf" srcId="{751472AD-4671-4A25-996B-796F0EC4E52D}" destId="{9292C55C-BB76-40E4-91C6-544F3199E8A9}" srcOrd="0" destOrd="0" presId="urn:microsoft.com/office/officeart/2016/7/layout/RepeatingBendingProcessNew"/>
    <dgm:cxn modelId="{D28604A3-FB76-41F7-8AA8-D9FF8208F690}" type="presOf" srcId="{846A6C7F-53F5-49B3-B75F-7C62A50104F4}" destId="{9D8E85E8-0BD5-4679-847B-C32AEC1C8BF8}" srcOrd="1" destOrd="0" presId="urn:microsoft.com/office/officeart/2016/7/layout/RepeatingBendingProcessNew"/>
    <dgm:cxn modelId="{7911BBAE-B01D-4B7F-A99A-E3D4C3C2F702}" type="presOf" srcId="{744B5E8A-24BD-457E-BF50-61C2D40E3298}" destId="{91B617A9-CF54-4F18-A8D2-AF278AE7533C}" srcOrd="0" destOrd="0" presId="urn:microsoft.com/office/officeart/2016/7/layout/RepeatingBendingProcessNew"/>
    <dgm:cxn modelId="{7B33BFBD-8EEC-440E-A9DD-06EB2C9CB5F6}" srcId="{4F4C0E7A-8739-4AD3-B8A9-7AD67FE5B025}" destId="{5D872839-DFB3-42A8-9B7E-EF2BF96E6707}" srcOrd="6" destOrd="0" parTransId="{D36F20FB-B3F8-45C8-8DDA-368C19624F60}" sibTransId="{A77A02EE-919D-47C3-802A-2543E7E90A75}"/>
    <dgm:cxn modelId="{1CB0B3C1-C07F-49AC-8E72-3688A18B0421}" type="presOf" srcId="{A77A02EE-919D-47C3-802A-2543E7E90A75}" destId="{90F18820-2AD5-46E1-8835-D48612ADEB72}" srcOrd="0" destOrd="0" presId="urn:microsoft.com/office/officeart/2016/7/layout/RepeatingBendingProcessNew"/>
    <dgm:cxn modelId="{0176C2D0-C24E-41D8-AC3A-7ED102B24C8D}" type="presOf" srcId="{CCD53B09-36C1-4AE9-8DCB-DAE46C6E1528}" destId="{AD2FD73E-0D56-4614-96D8-F7D1F251ED41}" srcOrd="1" destOrd="0" presId="urn:microsoft.com/office/officeart/2016/7/layout/RepeatingBendingProcessNew"/>
    <dgm:cxn modelId="{D29197D8-6BD3-4958-8BF4-ED680416D06A}" type="presOf" srcId="{F2C99303-7BC8-478C-99A3-DF7A21E11F68}" destId="{90B50CB8-46E2-4CF6-AFED-413A07784DAB}" srcOrd="0" destOrd="0" presId="urn:microsoft.com/office/officeart/2016/7/layout/RepeatingBendingProcessNew"/>
    <dgm:cxn modelId="{DA40C7E3-D9CE-4B4C-A08D-EA92644EE806}" type="presOf" srcId="{A77A02EE-919D-47C3-802A-2543E7E90A75}" destId="{ADDFDC85-C034-4197-87A1-0C1BED51F619}" srcOrd="1" destOrd="0" presId="urn:microsoft.com/office/officeart/2016/7/layout/RepeatingBendingProcessNew"/>
    <dgm:cxn modelId="{1550B2FC-9A38-4E0C-8BB6-EE72910A561B}" type="presOf" srcId="{7356164A-E456-4EAB-BD86-F6D3C4B62617}" destId="{BC7E20D0-FF25-4DBA-B236-64CFACAE95C4}" srcOrd="0" destOrd="0" presId="urn:microsoft.com/office/officeart/2016/7/layout/RepeatingBendingProcessNew"/>
    <dgm:cxn modelId="{29355DFE-159D-4513-B45E-7D874B62AEDD}" type="presOf" srcId="{5D872839-DFB3-42A8-9B7E-EF2BF96E6707}" destId="{7C4AF823-28C4-45B9-A608-BD435A31FAEE}" srcOrd="0" destOrd="0" presId="urn:microsoft.com/office/officeart/2016/7/layout/RepeatingBendingProcessNew"/>
    <dgm:cxn modelId="{5FDFA6D2-8D1B-40A8-946D-5B316CEA8B5B}" type="presParOf" srcId="{DDABBFC5-05B4-42E6-AA78-8357B0D2D2C7}" destId="{8DCD9B5D-534B-4DFD-8818-2039EECD140A}" srcOrd="0" destOrd="0" presId="urn:microsoft.com/office/officeart/2016/7/layout/RepeatingBendingProcessNew"/>
    <dgm:cxn modelId="{D941C942-5854-4904-B806-E310AAF6CD69}" type="presParOf" srcId="{DDABBFC5-05B4-42E6-AA78-8357B0D2D2C7}" destId="{A0E12DDE-5C05-4843-9143-A89AB22F4548}" srcOrd="1" destOrd="0" presId="urn:microsoft.com/office/officeart/2016/7/layout/RepeatingBendingProcessNew"/>
    <dgm:cxn modelId="{E51E631C-04A2-4B43-A214-9EB5E4ED755C}" type="presParOf" srcId="{A0E12DDE-5C05-4843-9143-A89AB22F4548}" destId="{03A64613-6681-432B-BDDF-5B1A562F6FD2}" srcOrd="0" destOrd="0" presId="urn:microsoft.com/office/officeart/2016/7/layout/RepeatingBendingProcessNew"/>
    <dgm:cxn modelId="{CAA3718F-CFCD-4B6C-BD94-EFF1C2ECDEB1}" type="presParOf" srcId="{DDABBFC5-05B4-42E6-AA78-8357B0D2D2C7}" destId="{09E9240C-0731-449A-A2DE-618279B951C1}" srcOrd="2" destOrd="0" presId="urn:microsoft.com/office/officeart/2016/7/layout/RepeatingBendingProcessNew"/>
    <dgm:cxn modelId="{B4452109-B88D-49C3-8327-8FE6CE239BE8}" type="presParOf" srcId="{DDABBFC5-05B4-42E6-AA78-8357B0D2D2C7}" destId="{91B617A9-CF54-4F18-A8D2-AF278AE7533C}" srcOrd="3" destOrd="0" presId="urn:microsoft.com/office/officeart/2016/7/layout/RepeatingBendingProcessNew"/>
    <dgm:cxn modelId="{ECA48306-82D1-4DF4-83A4-F2A977560815}" type="presParOf" srcId="{91B617A9-CF54-4F18-A8D2-AF278AE7533C}" destId="{A6D40C44-0C15-4D4D-A575-29417085DBDB}" srcOrd="0" destOrd="0" presId="urn:microsoft.com/office/officeart/2016/7/layout/RepeatingBendingProcessNew"/>
    <dgm:cxn modelId="{50CF6535-8CDC-467A-AE44-840373D4C128}" type="presParOf" srcId="{DDABBFC5-05B4-42E6-AA78-8357B0D2D2C7}" destId="{90B50CB8-46E2-4CF6-AFED-413A07784DAB}" srcOrd="4" destOrd="0" presId="urn:microsoft.com/office/officeart/2016/7/layout/RepeatingBendingProcessNew"/>
    <dgm:cxn modelId="{44E881A3-3410-4346-A238-ABB73BA6CD1D}" type="presParOf" srcId="{DDABBFC5-05B4-42E6-AA78-8357B0D2D2C7}" destId="{9292C55C-BB76-40E4-91C6-544F3199E8A9}" srcOrd="5" destOrd="0" presId="urn:microsoft.com/office/officeart/2016/7/layout/RepeatingBendingProcessNew"/>
    <dgm:cxn modelId="{D62B7FBA-F3D4-4C9E-A6E0-D566A342F306}" type="presParOf" srcId="{9292C55C-BB76-40E4-91C6-544F3199E8A9}" destId="{27A1BA00-6092-46E2-97EC-6CCBC00909DF}" srcOrd="0" destOrd="0" presId="urn:microsoft.com/office/officeart/2016/7/layout/RepeatingBendingProcessNew"/>
    <dgm:cxn modelId="{1A30F58B-4FBE-48E6-B30E-B5176DFE9CFF}" type="presParOf" srcId="{DDABBFC5-05B4-42E6-AA78-8357B0D2D2C7}" destId="{3C84A06D-FF53-4118-80D7-248812640C86}" srcOrd="6" destOrd="0" presId="urn:microsoft.com/office/officeart/2016/7/layout/RepeatingBendingProcessNew"/>
    <dgm:cxn modelId="{A9ABA239-2A36-4CCA-B350-907C25E748F2}" type="presParOf" srcId="{DDABBFC5-05B4-42E6-AA78-8357B0D2D2C7}" destId="{7CD61E3B-3636-4A2B-9B11-5508E4CC5281}" srcOrd="7" destOrd="0" presId="urn:microsoft.com/office/officeart/2016/7/layout/RepeatingBendingProcessNew"/>
    <dgm:cxn modelId="{439E72E7-E2D7-44D4-862C-F1C5F4343469}" type="presParOf" srcId="{7CD61E3B-3636-4A2B-9B11-5508E4CC5281}" destId="{9D8E85E8-0BD5-4679-847B-C32AEC1C8BF8}" srcOrd="0" destOrd="0" presId="urn:microsoft.com/office/officeart/2016/7/layout/RepeatingBendingProcessNew"/>
    <dgm:cxn modelId="{DEE2130B-A92A-4C58-BDA3-428646512E16}" type="presParOf" srcId="{DDABBFC5-05B4-42E6-AA78-8357B0D2D2C7}" destId="{4E7C1F9F-E085-47B4-B54C-F0949275FC59}" srcOrd="8" destOrd="0" presId="urn:microsoft.com/office/officeart/2016/7/layout/RepeatingBendingProcessNew"/>
    <dgm:cxn modelId="{07356483-C6BB-4435-868F-C8013318F1A1}" type="presParOf" srcId="{DDABBFC5-05B4-42E6-AA78-8357B0D2D2C7}" destId="{28FCEAEC-1E6D-45CF-993A-7104FBDD04AC}" srcOrd="9" destOrd="0" presId="urn:microsoft.com/office/officeart/2016/7/layout/RepeatingBendingProcessNew"/>
    <dgm:cxn modelId="{E2A9BD07-74A9-4744-9C9C-177591688032}" type="presParOf" srcId="{28FCEAEC-1E6D-45CF-993A-7104FBDD04AC}" destId="{4465ABD2-D385-4B8E-B71C-B43AC34DFE43}" srcOrd="0" destOrd="0" presId="urn:microsoft.com/office/officeart/2016/7/layout/RepeatingBendingProcessNew"/>
    <dgm:cxn modelId="{9947E8DF-B045-4CD2-9B84-F3C867AB1681}" type="presParOf" srcId="{DDABBFC5-05B4-42E6-AA78-8357B0D2D2C7}" destId="{BC7E20D0-FF25-4DBA-B236-64CFACAE95C4}" srcOrd="10" destOrd="0" presId="urn:microsoft.com/office/officeart/2016/7/layout/RepeatingBendingProcessNew"/>
    <dgm:cxn modelId="{80D63557-CD74-472B-9ACF-140D14CE5D2A}" type="presParOf" srcId="{DDABBFC5-05B4-42E6-AA78-8357B0D2D2C7}" destId="{47233474-C988-4E42-B7B6-B90A3AF121AA}" srcOrd="11" destOrd="0" presId="urn:microsoft.com/office/officeart/2016/7/layout/RepeatingBendingProcessNew"/>
    <dgm:cxn modelId="{7F80F026-A172-4570-A9D3-8AEDB9400725}" type="presParOf" srcId="{47233474-C988-4E42-B7B6-B90A3AF121AA}" destId="{AD2FD73E-0D56-4614-96D8-F7D1F251ED41}" srcOrd="0" destOrd="0" presId="urn:microsoft.com/office/officeart/2016/7/layout/RepeatingBendingProcessNew"/>
    <dgm:cxn modelId="{82FC5CF7-BB4A-4102-B63B-4B6AA75E0448}" type="presParOf" srcId="{DDABBFC5-05B4-42E6-AA78-8357B0D2D2C7}" destId="{7C4AF823-28C4-45B9-A608-BD435A31FAEE}" srcOrd="12" destOrd="0" presId="urn:microsoft.com/office/officeart/2016/7/layout/RepeatingBendingProcessNew"/>
    <dgm:cxn modelId="{268FCA65-5A38-4D13-BCD8-F6CBCA8A1361}" type="presParOf" srcId="{DDABBFC5-05B4-42E6-AA78-8357B0D2D2C7}" destId="{90F18820-2AD5-46E1-8835-D48612ADEB72}" srcOrd="13" destOrd="0" presId="urn:microsoft.com/office/officeart/2016/7/layout/RepeatingBendingProcessNew"/>
    <dgm:cxn modelId="{E8352874-8798-4D83-83F1-7BB36C984B9A}" type="presParOf" srcId="{90F18820-2AD5-46E1-8835-D48612ADEB72}" destId="{ADDFDC85-C034-4197-87A1-0C1BED51F619}" srcOrd="0" destOrd="0" presId="urn:microsoft.com/office/officeart/2016/7/layout/RepeatingBendingProcessNew"/>
    <dgm:cxn modelId="{413C7073-497D-438B-9C69-DC7F72A312FF}" type="presParOf" srcId="{DDABBFC5-05B4-42E6-AA78-8357B0D2D2C7}" destId="{0DF35172-1D7F-4AFE-A115-E99DFD112C2D}" srcOrd="14" destOrd="0" presId="urn:microsoft.com/office/officeart/2016/7/layout/RepeatingBendingProcessNew"/>
    <dgm:cxn modelId="{F76B6CB2-B470-4792-A812-03E9BE8CAEAE}" type="presParOf" srcId="{DDABBFC5-05B4-42E6-AA78-8357B0D2D2C7}" destId="{4B33CC3F-12BB-4D0B-A14A-0AFC0376E4EE}" srcOrd="15" destOrd="0" presId="urn:microsoft.com/office/officeart/2016/7/layout/RepeatingBendingProcessNew"/>
    <dgm:cxn modelId="{E420C665-871D-4E4F-92EB-E92CBCC48D60}" type="presParOf" srcId="{4B33CC3F-12BB-4D0B-A14A-0AFC0376E4EE}" destId="{4A95A2E0-2385-42EA-B591-923BA6F328F4}" srcOrd="0" destOrd="0" presId="urn:microsoft.com/office/officeart/2016/7/layout/RepeatingBendingProcessNew"/>
    <dgm:cxn modelId="{BEF8DE64-1409-4CF5-A448-104140A4D93E}" type="presParOf" srcId="{DDABBFC5-05B4-42E6-AA78-8357B0D2D2C7}" destId="{727B08F0-5938-4EC7-9C43-9D6FAD0081FE}" srcOrd="16" destOrd="0" presId="urn:microsoft.com/office/officeart/2016/7/layout/RepeatingBendingProcessNew"/>
    <dgm:cxn modelId="{DE611315-5F37-42D3-9563-FD75DB79BA0C}" type="presParOf" srcId="{DDABBFC5-05B4-42E6-AA78-8357B0D2D2C7}" destId="{CC05C9BC-DAB8-42A2-89C7-7A0AA0CA93CC}" srcOrd="17" destOrd="0" presId="urn:microsoft.com/office/officeart/2016/7/layout/RepeatingBendingProcessNew"/>
    <dgm:cxn modelId="{DF922AAE-9CD4-4ED8-A5AD-E00D182ECB01}" type="presParOf" srcId="{CC05C9BC-DAB8-42A2-89C7-7A0AA0CA93CC}" destId="{C0CE082B-EDDA-41F0-AA93-991994052E20}" srcOrd="0" destOrd="0" presId="urn:microsoft.com/office/officeart/2016/7/layout/RepeatingBendingProcessNew"/>
    <dgm:cxn modelId="{FC061398-4491-4F1E-8653-C0C852386ECD}" type="presParOf" srcId="{DDABBFC5-05B4-42E6-AA78-8357B0D2D2C7}" destId="{8F85762D-D400-4DCB-B24C-2157BB711B5C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361E3C-691E-44A5-9D01-B04CBC9523EF}" type="doc">
      <dgm:prSet loTypeId="urn:microsoft.com/office/officeart/2005/8/layout/vProcess5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2CD83E-1403-4652-BCED-DCC11C1810CD}">
      <dgm:prSet/>
      <dgm:spPr/>
      <dgm:t>
        <a:bodyPr/>
        <a:lstStyle/>
        <a:p>
          <a:r>
            <a:rPr lang="en-US" baseline="0"/>
            <a:t>Dikshya Singh Shah</a:t>
          </a:r>
          <a:endParaRPr lang="en-US"/>
        </a:p>
      </dgm:t>
    </dgm:pt>
    <dgm:pt modelId="{2102579B-2CDA-4876-83D3-29CCEB18A8A2}" type="parTrans" cxnId="{68F90B04-8F95-418A-A866-B2CF6132E422}">
      <dgm:prSet/>
      <dgm:spPr/>
      <dgm:t>
        <a:bodyPr/>
        <a:lstStyle/>
        <a:p>
          <a:endParaRPr lang="en-US"/>
        </a:p>
      </dgm:t>
    </dgm:pt>
    <dgm:pt modelId="{E0E41BE9-A7BC-4C90-B379-E7044DF126FD}" type="sibTrans" cxnId="{68F90B04-8F95-418A-A866-B2CF6132E422}">
      <dgm:prSet/>
      <dgm:spPr/>
      <dgm:t>
        <a:bodyPr/>
        <a:lstStyle/>
        <a:p>
          <a:endParaRPr lang="en-US"/>
        </a:p>
      </dgm:t>
    </dgm:pt>
    <dgm:pt modelId="{4F52E1EA-2F90-4834-BBCE-E7BCF74F3139}">
      <dgm:prSet/>
      <dgm:spPr/>
      <dgm:t>
        <a:bodyPr/>
        <a:lstStyle/>
        <a:p>
          <a:r>
            <a:rPr lang="en-US" baseline="0"/>
            <a:t>Full-stack Developer | Student at TEC Ballerup</a:t>
          </a:r>
          <a:endParaRPr lang="en-US"/>
        </a:p>
      </dgm:t>
    </dgm:pt>
    <dgm:pt modelId="{EBB181CC-3184-4C0A-B901-7E98A836A030}" type="parTrans" cxnId="{647451BA-98E9-4D00-AE97-00BC580BA1C5}">
      <dgm:prSet/>
      <dgm:spPr/>
      <dgm:t>
        <a:bodyPr/>
        <a:lstStyle/>
        <a:p>
          <a:endParaRPr lang="en-US"/>
        </a:p>
      </dgm:t>
    </dgm:pt>
    <dgm:pt modelId="{20D1030C-3FC9-4EC1-B379-035D7C2972FA}" type="sibTrans" cxnId="{647451BA-98E9-4D00-AE97-00BC580BA1C5}">
      <dgm:prSet/>
      <dgm:spPr/>
      <dgm:t>
        <a:bodyPr/>
        <a:lstStyle/>
        <a:p>
          <a:endParaRPr lang="en-US"/>
        </a:p>
      </dgm:t>
    </dgm:pt>
    <dgm:pt modelId="{1CBA0777-3D57-4F05-80B9-E4F807D30657}">
      <dgm:prSet/>
      <dgm:spPr/>
      <dgm:t>
        <a:bodyPr/>
        <a:lstStyle/>
        <a:p>
          <a:r>
            <a:rPr lang="en-US" baseline="0" dirty="0"/>
            <a:t>Mother of two </a:t>
          </a:r>
          <a:endParaRPr lang="en-US" dirty="0"/>
        </a:p>
      </dgm:t>
    </dgm:pt>
    <dgm:pt modelId="{2FED10CA-6E34-4422-A9E1-CF9E908AF221}" type="parTrans" cxnId="{D8CD93C3-13CC-42AD-B270-1C234B5E8540}">
      <dgm:prSet/>
      <dgm:spPr/>
      <dgm:t>
        <a:bodyPr/>
        <a:lstStyle/>
        <a:p>
          <a:endParaRPr lang="en-US"/>
        </a:p>
      </dgm:t>
    </dgm:pt>
    <dgm:pt modelId="{C2F13F8A-917C-4491-9EF4-A25521680AE3}" type="sibTrans" cxnId="{D8CD93C3-13CC-42AD-B270-1C234B5E8540}">
      <dgm:prSet/>
      <dgm:spPr/>
      <dgm:t>
        <a:bodyPr/>
        <a:lstStyle/>
        <a:p>
          <a:endParaRPr lang="en-US"/>
        </a:p>
      </dgm:t>
    </dgm:pt>
    <dgm:pt modelId="{81FC2117-CA45-44B8-B172-507EDD8FAA6F}">
      <dgm:prSet/>
      <dgm:spPr/>
      <dgm:t>
        <a:bodyPr/>
        <a:lstStyle/>
        <a:p>
          <a:r>
            <a:rPr lang="en-US" baseline="0" dirty="0"/>
            <a:t>Contributed to full system architecture and development</a:t>
          </a:r>
          <a:endParaRPr lang="en-US" dirty="0"/>
        </a:p>
      </dgm:t>
    </dgm:pt>
    <dgm:pt modelId="{DD76D604-E188-404F-85CC-C9D8F593F620}" type="parTrans" cxnId="{DDC8057B-1BD3-445E-9921-375F10CEBD11}">
      <dgm:prSet/>
      <dgm:spPr/>
      <dgm:t>
        <a:bodyPr/>
        <a:lstStyle/>
        <a:p>
          <a:endParaRPr lang="en-US"/>
        </a:p>
      </dgm:t>
    </dgm:pt>
    <dgm:pt modelId="{824AAD80-C947-4874-9A69-868519ED21C7}" type="sibTrans" cxnId="{DDC8057B-1BD3-445E-9921-375F10CEBD11}">
      <dgm:prSet/>
      <dgm:spPr/>
      <dgm:t>
        <a:bodyPr/>
        <a:lstStyle/>
        <a:p>
          <a:endParaRPr lang="en-US"/>
        </a:p>
      </dgm:t>
    </dgm:pt>
    <dgm:pt modelId="{DBD82626-968F-469F-8390-CC6A31EF602B}" type="pres">
      <dgm:prSet presAssocID="{B5361E3C-691E-44A5-9D01-B04CBC9523EF}" presName="outerComposite" presStyleCnt="0">
        <dgm:presLayoutVars>
          <dgm:chMax val="5"/>
          <dgm:dir/>
          <dgm:resizeHandles val="exact"/>
        </dgm:presLayoutVars>
      </dgm:prSet>
      <dgm:spPr/>
    </dgm:pt>
    <dgm:pt modelId="{0956FABE-F4D7-443C-BCC8-A14C55C3FD81}" type="pres">
      <dgm:prSet presAssocID="{B5361E3C-691E-44A5-9D01-B04CBC9523EF}" presName="dummyMaxCanvas" presStyleCnt="0">
        <dgm:presLayoutVars/>
      </dgm:prSet>
      <dgm:spPr/>
    </dgm:pt>
    <dgm:pt modelId="{3E155F82-C139-4D69-8B93-CE55E672CA85}" type="pres">
      <dgm:prSet presAssocID="{B5361E3C-691E-44A5-9D01-B04CBC9523EF}" presName="FourNodes_1" presStyleLbl="node1" presStyleIdx="0" presStyleCnt="4">
        <dgm:presLayoutVars>
          <dgm:bulletEnabled val="1"/>
        </dgm:presLayoutVars>
      </dgm:prSet>
      <dgm:spPr/>
    </dgm:pt>
    <dgm:pt modelId="{BE3FD99A-8A5A-4E3B-BDF0-B83DD094630D}" type="pres">
      <dgm:prSet presAssocID="{B5361E3C-691E-44A5-9D01-B04CBC9523EF}" presName="FourNodes_2" presStyleLbl="node1" presStyleIdx="1" presStyleCnt="4">
        <dgm:presLayoutVars>
          <dgm:bulletEnabled val="1"/>
        </dgm:presLayoutVars>
      </dgm:prSet>
      <dgm:spPr/>
    </dgm:pt>
    <dgm:pt modelId="{1B4D1589-D4BB-468F-BF2A-C0AB62AC4AA1}" type="pres">
      <dgm:prSet presAssocID="{B5361E3C-691E-44A5-9D01-B04CBC9523EF}" presName="FourNodes_3" presStyleLbl="node1" presStyleIdx="2" presStyleCnt="4">
        <dgm:presLayoutVars>
          <dgm:bulletEnabled val="1"/>
        </dgm:presLayoutVars>
      </dgm:prSet>
      <dgm:spPr/>
    </dgm:pt>
    <dgm:pt modelId="{EFBA2D44-7945-4384-ABC8-14938D98EF1A}" type="pres">
      <dgm:prSet presAssocID="{B5361E3C-691E-44A5-9D01-B04CBC9523EF}" presName="FourNodes_4" presStyleLbl="node1" presStyleIdx="3" presStyleCnt="4">
        <dgm:presLayoutVars>
          <dgm:bulletEnabled val="1"/>
        </dgm:presLayoutVars>
      </dgm:prSet>
      <dgm:spPr/>
    </dgm:pt>
    <dgm:pt modelId="{5D5C8B01-021D-4722-AD9E-EF9F4D5D21D2}" type="pres">
      <dgm:prSet presAssocID="{B5361E3C-691E-44A5-9D01-B04CBC9523EF}" presName="FourConn_1-2" presStyleLbl="fgAccFollowNode1" presStyleIdx="0" presStyleCnt="3">
        <dgm:presLayoutVars>
          <dgm:bulletEnabled val="1"/>
        </dgm:presLayoutVars>
      </dgm:prSet>
      <dgm:spPr/>
    </dgm:pt>
    <dgm:pt modelId="{10079297-E5CA-47CC-8421-B416F49171EB}" type="pres">
      <dgm:prSet presAssocID="{B5361E3C-691E-44A5-9D01-B04CBC9523EF}" presName="FourConn_2-3" presStyleLbl="fgAccFollowNode1" presStyleIdx="1" presStyleCnt="3">
        <dgm:presLayoutVars>
          <dgm:bulletEnabled val="1"/>
        </dgm:presLayoutVars>
      </dgm:prSet>
      <dgm:spPr/>
    </dgm:pt>
    <dgm:pt modelId="{003021FF-9F7F-47E4-A745-B9FB3962C287}" type="pres">
      <dgm:prSet presAssocID="{B5361E3C-691E-44A5-9D01-B04CBC9523EF}" presName="FourConn_3-4" presStyleLbl="fgAccFollowNode1" presStyleIdx="2" presStyleCnt="3">
        <dgm:presLayoutVars>
          <dgm:bulletEnabled val="1"/>
        </dgm:presLayoutVars>
      </dgm:prSet>
      <dgm:spPr/>
    </dgm:pt>
    <dgm:pt modelId="{082EE0A0-ED64-4254-B124-56A14E37E5B1}" type="pres">
      <dgm:prSet presAssocID="{B5361E3C-691E-44A5-9D01-B04CBC9523EF}" presName="FourNodes_1_text" presStyleLbl="node1" presStyleIdx="3" presStyleCnt="4">
        <dgm:presLayoutVars>
          <dgm:bulletEnabled val="1"/>
        </dgm:presLayoutVars>
      </dgm:prSet>
      <dgm:spPr/>
    </dgm:pt>
    <dgm:pt modelId="{31A40F3A-192B-4C27-9545-2FE503EBAEEE}" type="pres">
      <dgm:prSet presAssocID="{B5361E3C-691E-44A5-9D01-B04CBC9523EF}" presName="FourNodes_2_text" presStyleLbl="node1" presStyleIdx="3" presStyleCnt="4">
        <dgm:presLayoutVars>
          <dgm:bulletEnabled val="1"/>
        </dgm:presLayoutVars>
      </dgm:prSet>
      <dgm:spPr/>
    </dgm:pt>
    <dgm:pt modelId="{D5B8FE9F-CDEC-4E4E-A0F1-85BFB09C0CC8}" type="pres">
      <dgm:prSet presAssocID="{B5361E3C-691E-44A5-9D01-B04CBC9523EF}" presName="FourNodes_3_text" presStyleLbl="node1" presStyleIdx="3" presStyleCnt="4">
        <dgm:presLayoutVars>
          <dgm:bulletEnabled val="1"/>
        </dgm:presLayoutVars>
      </dgm:prSet>
      <dgm:spPr/>
    </dgm:pt>
    <dgm:pt modelId="{B066B6B5-06D7-4612-AC2C-88C6AAFC779E}" type="pres">
      <dgm:prSet presAssocID="{B5361E3C-691E-44A5-9D01-B04CBC9523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8F90B04-8F95-418A-A866-B2CF6132E422}" srcId="{B5361E3C-691E-44A5-9D01-B04CBC9523EF}" destId="{892CD83E-1403-4652-BCED-DCC11C1810CD}" srcOrd="0" destOrd="0" parTransId="{2102579B-2CDA-4876-83D3-29CCEB18A8A2}" sibTransId="{E0E41BE9-A7BC-4C90-B379-E7044DF126FD}"/>
    <dgm:cxn modelId="{AF6F8D11-8EDD-438C-8F3C-DEAEFDD6D417}" type="presOf" srcId="{81FC2117-CA45-44B8-B172-507EDD8FAA6F}" destId="{EFBA2D44-7945-4384-ABC8-14938D98EF1A}" srcOrd="0" destOrd="0" presId="urn:microsoft.com/office/officeart/2005/8/layout/vProcess5"/>
    <dgm:cxn modelId="{9C03131B-34C5-4694-A23F-81E786C53A8D}" type="presOf" srcId="{20D1030C-3FC9-4EC1-B379-035D7C2972FA}" destId="{10079297-E5CA-47CC-8421-B416F49171EB}" srcOrd="0" destOrd="0" presId="urn:microsoft.com/office/officeart/2005/8/layout/vProcess5"/>
    <dgm:cxn modelId="{A5E38B1C-0F8B-4B8D-BC96-49DEA16C4820}" type="presOf" srcId="{4F52E1EA-2F90-4834-BBCE-E7BCF74F3139}" destId="{31A40F3A-192B-4C27-9545-2FE503EBAEEE}" srcOrd="1" destOrd="0" presId="urn:microsoft.com/office/officeart/2005/8/layout/vProcess5"/>
    <dgm:cxn modelId="{785D1F3E-AD83-4F48-B428-1662018CC8E8}" type="presOf" srcId="{C2F13F8A-917C-4491-9EF4-A25521680AE3}" destId="{003021FF-9F7F-47E4-A745-B9FB3962C287}" srcOrd="0" destOrd="0" presId="urn:microsoft.com/office/officeart/2005/8/layout/vProcess5"/>
    <dgm:cxn modelId="{A2DF3C3E-514B-4A9D-8745-608ADEFECBC6}" type="presOf" srcId="{81FC2117-CA45-44B8-B172-507EDD8FAA6F}" destId="{B066B6B5-06D7-4612-AC2C-88C6AAFC779E}" srcOrd="1" destOrd="0" presId="urn:microsoft.com/office/officeart/2005/8/layout/vProcess5"/>
    <dgm:cxn modelId="{CC409E5B-2252-4117-A8B6-60BCF9592F96}" type="presOf" srcId="{E0E41BE9-A7BC-4C90-B379-E7044DF126FD}" destId="{5D5C8B01-021D-4722-AD9E-EF9F4D5D21D2}" srcOrd="0" destOrd="0" presId="urn:microsoft.com/office/officeart/2005/8/layout/vProcess5"/>
    <dgm:cxn modelId="{E30EBD67-7182-4BF6-B717-A35B595DD7F5}" type="presOf" srcId="{1CBA0777-3D57-4F05-80B9-E4F807D30657}" destId="{1B4D1589-D4BB-468F-BF2A-C0AB62AC4AA1}" srcOrd="0" destOrd="0" presId="urn:microsoft.com/office/officeart/2005/8/layout/vProcess5"/>
    <dgm:cxn modelId="{63EAD152-8570-45D0-B8E4-CBA12FF6E792}" type="presOf" srcId="{B5361E3C-691E-44A5-9D01-B04CBC9523EF}" destId="{DBD82626-968F-469F-8390-CC6A31EF602B}" srcOrd="0" destOrd="0" presId="urn:microsoft.com/office/officeart/2005/8/layout/vProcess5"/>
    <dgm:cxn modelId="{AC429B55-0B87-4BCA-8D88-D41B4FBE59C0}" type="presOf" srcId="{892CD83E-1403-4652-BCED-DCC11C1810CD}" destId="{3E155F82-C139-4D69-8B93-CE55E672CA85}" srcOrd="0" destOrd="0" presId="urn:microsoft.com/office/officeart/2005/8/layout/vProcess5"/>
    <dgm:cxn modelId="{DDC8057B-1BD3-445E-9921-375F10CEBD11}" srcId="{B5361E3C-691E-44A5-9D01-B04CBC9523EF}" destId="{81FC2117-CA45-44B8-B172-507EDD8FAA6F}" srcOrd="3" destOrd="0" parTransId="{DD76D604-E188-404F-85CC-C9D8F593F620}" sibTransId="{824AAD80-C947-4874-9A69-868519ED21C7}"/>
    <dgm:cxn modelId="{647451BA-98E9-4D00-AE97-00BC580BA1C5}" srcId="{B5361E3C-691E-44A5-9D01-B04CBC9523EF}" destId="{4F52E1EA-2F90-4834-BBCE-E7BCF74F3139}" srcOrd="1" destOrd="0" parTransId="{EBB181CC-3184-4C0A-B901-7E98A836A030}" sibTransId="{20D1030C-3FC9-4EC1-B379-035D7C2972FA}"/>
    <dgm:cxn modelId="{750751C1-9E4F-43ED-B5F0-C1AD1D5D8C3B}" type="presOf" srcId="{4F52E1EA-2F90-4834-BBCE-E7BCF74F3139}" destId="{BE3FD99A-8A5A-4E3B-BDF0-B83DD094630D}" srcOrd="0" destOrd="0" presId="urn:microsoft.com/office/officeart/2005/8/layout/vProcess5"/>
    <dgm:cxn modelId="{D8CD93C3-13CC-42AD-B270-1C234B5E8540}" srcId="{B5361E3C-691E-44A5-9D01-B04CBC9523EF}" destId="{1CBA0777-3D57-4F05-80B9-E4F807D30657}" srcOrd="2" destOrd="0" parTransId="{2FED10CA-6E34-4422-A9E1-CF9E908AF221}" sibTransId="{C2F13F8A-917C-4491-9EF4-A25521680AE3}"/>
    <dgm:cxn modelId="{32A785E3-84F7-45B5-84B8-C693F29E8F63}" type="presOf" srcId="{892CD83E-1403-4652-BCED-DCC11C1810CD}" destId="{082EE0A0-ED64-4254-B124-56A14E37E5B1}" srcOrd="1" destOrd="0" presId="urn:microsoft.com/office/officeart/2005/8/layout/vProcess5"/>
    <dgm:cxn modelId="{E70226E5-F91E-4D6F-9E1D-2AD31D878EDA}" type="presOf" srcId="{1CBA0777-3D57-4F05-80B9-E4F807D30657}" destId="{D5B8FE9F-CDEC-4E4E-A0F1-85BFB09C0CC8}" srcOrd="1" destOrd="0" presId="urn:microsoft.com/office/officeart/2005/8/layout/vProcess5"/>
    <dgm:cxn modelId="{C5333987-36BD-422A-881D-2C0D65A67DD6}" type="presParOf" srcId="{DBD82626-968F-469F-8390-CC6A31EF602B}" destId="{0956FABE-F4D7-443C-BCC8-A14C55C3FD81}" srcOrd="0" destOrd="0" presId="urn:microsoft.com/office/officeart/2005/8/layout/vProcess5"/>
    <dgm:cxn modelId="{296CCF42-C971-43FC-B13C-91939724B868}" type="presParOf" srcId="{DBD82626-968F-469F-8390-CC6A31EF602B}" destId="{3E155F82-C139-4D69-8B93-CE55E672CA85}" srcOrd="1" destOrd="0" presId="urn:microsoft.com/office/officeart/2005/8/layout/vProcess5"/>
    <dgm:cxn modelId="{DED304D5-69F5-4D00-AD2F-AD6594A70BBC}" type="presParOf" srcId="{DBD82626-968F-469F-8390-CC6A31EF602B}" destId="{BE3FD99A-8A5A-4E3B-BDF0-B83DD094630D}" srcOrd="2" destOrd="0" presId="urn:microsoft.com/office/officeart/2005/8/layout/vProcess5"/>
    <dgm:cxn modelId="{E794EC79-67F3-4747-95C7-499939460FB5}" type="presParOf" srcId="{DBD82626-968F-469F-8390-CC6A31EF602B}" destId="{1B4D1589-D4BB-468F-BF2A-C0AB62AC4AA1}" srcOrd="3" destOrd="0" presId="urn:microsoft.com/office/officeart/2005/8/layout/vProcess5"/>
    <dgm:cxn modelId="{DC1C8529-4868-4E9A-B751-CB5E32A783B7}" type="presParOf" srcId="{DBD82626-968F-469F-8390-CC6A31EF602B}" destId="{EFBA2D44-7945-4384-ABC8-14938D98EF1A}" srcOrd="4" destOrd="0" presId="urn:microsoft.com/office/officeart/2005/8/layout/vProcess5"/>
    <dgm:cxn modelId="{1DF417BF-1D7C-4E6E-9333-A26F682643B1}" type="presParOf" srcId="{DBD82626-968F-469F-8390-CC6A31EF602B}" destId="{5D5C8B01-021D-4722-AD9E-EF9F4D5D21D2}" srcOrd="5" destOrd="0" presId="urn:microsoft.com/office/officeart/2005/8/layout/vProcess5"/>
    <dgm:cxn modelId="{7E6EDF7D-03ED-4F50-B1A9-897F51F57BB9}" type="presParOf" srcId="{DBD82626-968F-469F-8390-CC6A31EF602B}" destId="{10079297-E5CA-47CC-8421-B416F49171EB}" srcOrd="6" destOrd="0" presId="urn:microsoft.com/office/officeart/2005/8/layout/vProcess5"/>
    <dgm:cxn modelId="{EC4D9589-9AC7-4656-B198-124FBADACD96}" type="presParOf" srcId="{DBD82626-968F-469F-8390-CC6A31EF602B}" destId="{003021FF-9F7F-47E4-A745-B9FB3962C287}" srcOrd="7" destOrd="0" presId="urn:microsoft.com/office/officeart/2005/8/layout/vProcess5"/>
    <dgm:cxn modelId="{1965D3E5-B19A-4D8C-86E4-C46A4B163231}" type="presParOf" srcId="{DBD82626-968F-469F-8390-CC6A31EF602B}" destId="{082EE0A0-ED64-4254-B124-56A14E37E5B1}" srcOrd="8" destOrd="0" presId="urn:microsoft.com/office/officeart/2005/8/layout/vProcess5"/>
    <dgm:cxn modelId="{65313D78-EAC5-4133-9ECE-7BA87A94FC38}" type="presParOf" srcId="{DBD82626-968F-469F-8390-CC6A31EF602B}" destId="{31A40F3A-192B-4C27-9545-2FE503EBAEEE}" srcOrd="9" destOrd="0" presId="urn:microsoft.com/office/officeart/2005/8/layout/vProcess5"/>
    <dgm:cxn modelId="{F1E58D6B-DDAB-4F82-B1F5-2CC9BC476D69}" type="presParOf" srcId="{DBD82626-968F-469F-8390-CC6A31EF602B}" destId="{D5B8FE9F-CDEC-4E4E-A0F1-85BFB09C0CC8}" srcOrd="10" destOrd="0" presId="urn:microsoft.com/office/officeart/2005/8/layout/vProcess5"/>
    <dgm:cxn modelId="{69ACE572-C285-4830-A8B8-0B87AA155485}" type="presParOf" srcId="{DBD82626-968F-469F-8390-CC6A31EF602B}" destId="{B066B6B5-06D7-4612-AC2C-88C6AAFC779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19B5F1-EFC1-46D4-B867-C2B88F1194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CFA4F5F8-6779-46DF-8963-9FF6E3240F09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baseline="0" dirty="0">
              <a:solidFill>
                <a:schemeClr val="accent3">
                  <a:lumMod val="75000"/>
                </a:schemeClr>
              </a:solidFill>
            </a:rPr>
            <a:t>Dixen: </a:t>
          </a:r>
          <a:r>
            <a:rPr lang="da-DK" baseline="0" dirty="0"/>
            <a:t>All-in-one event management system</a:t>
          </a:r>
          <a:endParaRPr lang="en-US" dirty="0"/>
        </a:p>
      </dgm:t>
    </dgm:pt>
    <dgm:pt modelId="{44EC6EE3-CD64-4073-8685-12AD1501787F}" type="parTrans" cxnId="{602919F2-A230-4AB1-A1B5-9304D4F86E3E}">
      <dgm:prSet/>
      <dgm:spPr/>
      <dgm:t>
        <a:bodyPr/>
        <a:lstStyle/>
        <a:p>
          <a:endParaRPr lang="en-US"/>
        </a:p>
      </dgm:t>
    </dgm:pt>
    <dgm:pt modelId="{623AD960-E424-4349-9126-4656AF5F459F}" type="sibTrans" cxnId="{602919F2-A230-4AB1-A1B5-9304D4F86E3E}">
      <dgm:prSet/>
      <dgm:spPr/>
      <dgm:t>
        <a:bodyPr/>
        <a:lstStyle/>
        <a:p>
          <a:endParaRPr lang="en-US"/>
        </a:p>
      </dgm:t>
    </dgm:pt>
    <dgm:pt modelId="{D554CF9D-B2AE-489D-B5EB-66FB8404ABA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baseline="0" dirty="0">
              <a:solidFill>
                <a:schemeClr val="accent3">
                  <a:lumMod val="75000"/>
                </a:schemeClr>
              </a:solidFill>
            </a:rPr>
            <a:t>Target users: </a:t>
          </a:r>
          <a:r>
            <a:rPr lang="da-DK" baseline="0" dirty="0"/>
            <a:t>event attendees, Admin &amp; organizers</a:t>
          </a:r>
          <a:endParaRPr lang="en-US" dirty="0"/>
        </a:p>
      </dgm:t>
    </dgm:pt>
    <dgm:pt modelId="{A355FF2B-94A5-4E1D-BEDF-6C43D602FFB8}" type="parTrans" cxnId="{FBFD1BCB-E337-4CF3-A08B-F6D13DE6F470}">
      <dgm:prSet/>
      <dgm:spPr/>
      <dgm:t>
        <a:bodyPr/>
        <a:lstStyle/>
        <a:p>
          <a:endParaRPr lang="en-US"/>
        </a:p>
      </dgm:t>
    </dgm:pt>
    <dgm:pt modelId="{AEC94168-10CB-428C-A5A2-36CAF277ADA8}" type="sibTrans" cxnId="{FBFD1BCB-E337-4CF3-A08B-F6D13DE6F470}">
      <dgm:prSet/>
      <dgm:spPr/>
      <dgm:t>
        <a:bodyPr/>
        <a:lstStyle/>
        <a:p>
          <a:endParaRPr lang="en-US"/>
        </a:p>
      </dgm:t>
    </dgm:pt>
    <dgm:pt modelId="{CC4CF5B9-D114-4E11-A42D-3E8F4669868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baseline="0" dirty="0">
              <a:solidFill>
                <a:schemeClr val="accent3">
                  <a:lumMod val="75000"/>
                </a:schemeClr>
              </a:solidFill>
            </a:rPr>
            <a:t>Core features: </a:t>
          </a:r>
          <a:r>
            <a:rPr lang="da-DK" baseline="0" dirty="0"/>
            <a:t>secure registration, 2FA, event creation, social sharing</a:t>
          </a:r>
          <a:endParaRPr lang="en-US" dirty="0"/>
        </a:p>
      </dgm:t>
    </dgm:pt>
    <dgm:pt modelId="{78B80ACF-D47E-49D8-BDA5-850D15E8B871}" type="parTrans" cxnId="{60DDD6B6-D0A7-4DA5-B613-1A3691053B15}">
      <dgm:prSet/>
      <dgm:spPr/>
      <dgm:t>
        <a:bodyPr/>
        <a:lstStyle/>
        <a:p>
          <a:endParaRPr lang="en-US"/>
        </a:p>
      </dgm:t>
    </dgm:pt>
    <dgm:pt modelId="{A9AD4B98-7D96-4612-B9B5-DCB3B026D216}" type="sibTrans" cxnId="{60DDD6B6-D0A7-4DA5-B613-1A3691053B15}">
      <dgm:prSet/>
      <dgm:spPr/>
      <dgm:t>
        <a:bodyPr/>
        <a:lstStyle/>
        <a:p>
          <a:endParaRPr lang="en-US"/>
        </a:p>
      </dgm:t>
    </dgm:pt>
    <dgm:pt modelId="{B3B9497C-5554-4FCC-8E06-86581AFAE0A5}" type="pres">
      <dgm:prSet presAssocID="{E219B5F1-EFC1-46D4-B867-C2B88F11947B}" presName="root" presStyleCnt="0">
        <dgm:presLayoutVars>
          <dgm:dir/>
          <dgm:resizeHandles val="exact"/>
        </dgm:presLayoutVars>
      </dgm:prSet>
      <dgm:spPr/>
    </dgm:pt>
    <dgm:pt modelId="{E3FEF2B6-5EBA-4BCE-A720-E05195AC230A}" type="pres">
      <dgm:prSet presAssocID="{CFA4F5F8-6779-46DF-8963-9FF6E3240F09}" presName="compNode" presStyleCnt="0"/>
      <dgm:spPr/>
    </dgm:pt>
    <dgm:pt modelId="{8044647D-ECCD-4022-BD6D-A38B31F4C624}" type="pres">
      <dgm:prSet presAssocID="{CFA4F5F8-6779-46DF-8963-9FF6E3240F09}" presName="bgRect" presStyleLbl="bgShp" presStyleIdx="0" presStyleCnt="3"/>
      <dgm:spPr/>
    </dgm:pt>
    <dgm:pt modelId="{1BE1D054-B56E-44B0-B0FF-206F5055A059}" type="pres">
      <dgm:prSet presAssocID="{CFA4F5F8-6779-46DF-8963-9FF6E3240F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DAFF1C9-99BD-4495-B5DA-0B81D03334F6}" type="pres">
      <dgm:prSet presAssocID="{CFA4F5F8-6779-46DF-8963-9FF6E3240F09}" presName="spaceRect" presStyleCnt="0"/>
      <dgm:spPr/>
    </dgm:pt>
    <dgm:pt modelId="{29167FDD-FFD7-4334-8710-9314AF40E4FE}" type="pres">
      <dgm:prSet presAssocID="{CFA4F5F8-6779-46DF-8963-9FF6E3240F09}" presName="parTx" presStyleLbl="revTx" presStyleIdx="0" presStyleCnt="3">
        <dgm:presLayoutVars>
          <dgm:chMax val="0"/>
          <dgm:chPref val="0"/>
        </dgm:presLayoutVars>
      </dgm:prSet>
      <dgm:spPr/>
    </dgm:pt>
    <dgm:pt modelId="{270FF49F-6857-44FC-80D7-C50F0493AD5B}" type="pres">
      <dgm:prSet presAssocID="{623AD960-E424-4349-9126-4656AF5F459F}" presName="sibTrans" presStyleCnt="0"/>
      <dgm:spPr/>
    </dgm:pt>
    <dgm:pt modelId="{37175978-6108-4981-BA1F-4E8D418521F5}" type="pres">
      <dgm:prSet presAssocID="{D554CF9D-B2AE-489D-B5EB-66FB8404ABAA}" presName="compNode" presStyleCnt="0"/>
      <dgm:spPr/>
    </dgm:pt>
    <dgm:pt modelId="{F266BEA1-0371-4299-827A-E86D66A605C6}" type="pres">
      <dgm:prSet presAssocID="{D554CF9D-B2AE-489D-B5EB-66FB8404ABAA}" presName="bgRect" presStyleLbl="bgShp" presStyleIdx="1" presStyleCnt="3"/>
      <dgm:spPr/>
    </dgm:pt>
    <dgm:pt modelId="{77FBE2BB-C1D6-4381-811F-8EDDEBC4698F}" type="pres">
      <dgm:prSet presAssocID="{D554CF9D-B2AE-489D-B5EB-66FB8404AB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B3EB374F-E8BC-438A-806F-4A6D6B569E14}" type="pres">
      <dgm:prSet presAssocID="{D554CF9D-B2AE-489D-B5EB-66FB8404ABAA}" presName="spaceRect" presStyleCnt="0"/>
      <dgm:spPr/>
    </dgm:pt>
    <dgm:pt modelId="{05422365-0375-4DFA-9780-0815CB312439}" type="pres">
      <dgm:prSet presAssocID="{D554CF9D-B2AE-489D-B5EB-66FB8404ABAA}" presName="parTx" presStyleLbl="revTx" presStyleIdx="1" presStyleCnt="3">
        <dgm:presLayoutVars>
          <dgm:chMax val="0"/>
          <dgm:chPref val="0"/>
        </dgm:presLayoutVars>
      </dgm:prSet>
      <dgm:spPr/>
    </dgm:pt>
    <dgm:pt modelId="{B661A783-B652-426D-B545-A19E966EBA09}" type="pres">
      <dgm:prSet presAssocID="{AEC94168-10CB-428C-A5A2-36CAF277ADA8}" presName="sibTrans" presStyleCnt="0"/>
      <dgm:spPr/>
    </dgm:pt>
    <dgm:pt modelId="{29D4388D-06C8-450C-BF07-F15DAF7E7453}" type="pres">
      <dgm:prSet presAssocID="{CC4CF5B9-D114-4E11-A42D-3E8F4669868A}" presName="compNode" presStyleCnt="0"/>
      <dgm:spPr/>
    </dgm:pt>
    <dgm:pt modelId="{14E7E0B8-A695-415D-8680-49B17D38C9A2}" type="pres">
      <dgm:prSet presAssocID="{CC4CF5B9-D114-4E11-A42D-3E8F4669868A}" presName="bgRect" presStyleLbl="bgShp" presStyleIdx="2" presStyleCnt="3"/>
      <dgm:spPr/>
    </dgm:pt>
    <dgm:pt modelId="{AB4C8E19-0B41-4C40-94E1-400C8484E801}" type="pres">
      <dgm:prSet presAssocID="{CC4CF5B9-D114-4E11-A42D-3E8F466986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C11D365-BB80-443C-A94E-9CA9A9EE3D60}" type="pres">
      <dgm:prSet presAssocID="{CC4CF5B9-D114-4E11-A42D-3E8F4669868A}" presName="spaceRect" presStyleCnt="0"/>
      <dgm:spPr/>
    </dgm:pt>
    <dgm:pt modelId="{048774E7-492D-48C9-82DE-4E430B3BF23E}" type="pres">
      <dgm:prSet presAssocID="{CC4CF5B9-D114-4E11-A42D-3E8F4669868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2351F07-7A89-45F5-A8C6-DC002974E136}" type="presOf" srcId="{CFA4F5F8-6779-46DF-8963-9FF6E3240F09}" destId="{29167FDD-FFD7-4334-8710-9314AF40E4FE}" srcOrd="0" destOrd="0" presId="urn:microsoft.com/office/officeart/2018/2/layout/IconVerticalSolidList"/>
    <dgm:cxn modelId="{73945910-E77F-49B5-99D0-9695ECB91714}" type="presOf" srcId="{E219B5F1-EFC1-46D4-B867-C2B88F11947B}" destId="{B3B9497C-5554-4FCC-8E06-86581AFAE0A5}" srcOrd="0" destOrd="0" presId="urn:microsoft.com/office/officeart/2018/2/layout/IconVerticalSolidList"/>
    <dgm:cxn modelId="{5CD20080-3F88-42BE-9C9A-A4783D8964B8}" type="presOf" srcId="{CC4CF5B9-D114-4E11-A42D-3E8F4669868A}" destId="{048774E7-492D-48C9-82DE-4E430B3BF23E}" srcOrd="0" destOrd="0" presId="urn:microsoft.com/office/officeart/2018/2/layout/IconVerticalSolidList"/>
    <dgm:cxn modelId="{60DDD6B6-D0A7-4DA5-B613-1A3691053B15}" srcId="{E219B5F1-EFC1-46D4-B867-C2B88F11947B}" destId="{CC4CF5B9-D114-4E11-A42D-3E8F4669868A}" srcOrd="2" destOrd="0" parTransId="{78B80ACF-D47E-49D8-BDA5-850D15E8B871}" sibTransId="{A9AD4B98-7D96-4612-B9B5-DCB3B026D216}"/>
    <dgm:cxn modelId="{FBFD1BCB-E337-4CF3-A08B-F6D13DE6F470}" srcId="{E219B5F1-EFC1-46D4-B867-C2B88F11947B}" destId="{D554CF9D-B2AE-489D-B5EB-66FB8404ABAA}" srcOrd="1" destOrd="0" parTransId="{A355FF2B-94A5-4E1D-BEDF-6C43D602FFB8}" sibTransId="{AEC94168-10CB-428C-A5A2-36CAF277ADA8}"/>
    <dgm:cxn modelId="{7C0858ED-1AF4-428B-A177-ECEC7373476E}" type="presOf" srcId="{D554CF9D-B2AE-489D-B5EB-66FB8404ABAA}" destId="{05422365-0375-4DFA-9780-0815CB312439}" srcOrd="0" destOrd="0" presId="urn:microsoft.com/office/officeart/2018/2/layout/IconVerticalSolidList"/>
    <dgm:cxn modelId="{602919F2-A230-4AB1-A1B5-9304D4F86E3E}" srcId="{E219B5F1-EFC1-46D4-B867-C2B88F11947B}" destId="{CFA4F5F8-6779-46DF-8963-9FF6E3240F09}" srcOrd="0" destOrd="0" parTransId="{44EC6EE3-CD64-4073-8685-12AD1501787F}" sibTransId="{623AD960-E424-4349-9126-4656AF5F459F}"/>
    <dgm:cxn modelId="{2BB47732-63E5-42E2-9795-D7409617BA61}" type="presParOf" srcId="{B3B9497C-5554-4FCC-8E06-86581AFAE0A5}" destId="{E3FEF2B6-5EBA-4BCE-A720-E05195AC230A}" srcOrd="0" destOrd="0" presId="urn:microsoft.com/office/officeart/2018/2/layout/IconVerticalSolidList"/>
    <dgm:cxn modelId="{00B2F9F7-B8D4-4DF9-8AA5-CCE86171D30B}" type="presParOf" srcId="{E3FEF2B6-5EBA-4BCE-A720-E05195AC230A}" destId="{8044647D-ECCD-4022-BD6D-A38B31F4C624}" srcOrd="0" destOrd="0" presId="urn:microsoft.com/office/officeart/2018/2/layout/IconVerticalSolidList"/>
    <dgm:cxn modelId="{78518214-95AB-4D56-A0F9-E87F0277BE65}" type="presParOf" srcId="{E3FEF2B6-5EBA-4BCE-A720-E05195AC230A}" destId="{1BE1D054-B56E-44B0-B0FF-206F5055A059}" srcOrd="1" destOrd="0" presId="urn:microsoft.com/office/officeart/2018/2/layout/IconVerticalSolidList"/>
    <dgm:cxn modelId="{E6044847-68DA-4904-86E7-F094E8B3E1ED}" type="presParOf" srcId="{E3FEF2B6-5EBA-4BCE-A720-E05195AC230A}" destId="{2DAFF1C9-99BD-4495-B5DA-0B81D03334F6}" srcOrd="2" destOrd="0" presId="urn:microsoft.com/office/officeart/2018/2/layout/IconVerticalSolidList"/>
    <dgm:cxn modelId="{DD32D641-2501-49B5-8A14-C048DB7ABD71}" type="presParOf" srcId="{E3FEF2B6-5EBA-4BCE-A720-E05195AC230A}" destId="{29167FDD-FFD7-4334-8710-9314AF40E4FE}" srcOrd="3" destOrd="0" presId="urn:microsoft.com/office/officeart/2018/2/layout/IconVerticalSolidList"/>
    <dgm:cxn modelId="{062D4E54-DEF2-4822-A0DE-CDA40EB2D258}" type="presParOf" srcId="{B3B9497C-5554-4FCC-8E06-86581AFAE0A5}" destId="{270FF49F-6857-44FC-80D7-C50F0493AD5B}" srcOrd="1" destOrd="0" presId="urn:microsoft.com/office/officeart/2018/2/layout/IconVerticalSolidList"/>
    <dgm:cxn modelId="{B1CDF6C5-3F96-497D-A5F0-C543BA4C41AE}" type="presParOf" srcId="{B3B9497C-5554-4FCC-8E06-86581AFAE0A5}" destId="{37175978-6108-4981-BA1F-4E8D418521F5}" srcOrd="2" destOrd="0" presId="urn:microsoft.com/office/officeart/2018/2/layout/IconVerticalSolidList"/>
    <dgm:cxn modelId="{3542C189-F0C6-465B-84EC-C687119B0220}" type="presParOf" srcId="{37175978-6108-4981-BA1F-4E8D418521F5}" destId="{F266BEA1-0371-4299-827A-E86D66A605C6}" srcOrd="0" destOrd="0" presId="urn:microsoft.com/office/officeart/2018/2/layout/IconVerticalSolidList"/>
    <dgm:cxn modelId="{D5EF68B6-47BC-4A8A-A41A-65CD3A3AABE6}" type="presParOf" srcId="{37175978-6108-4981-BA1F-4E8D418521F5}" destId="{77FBE2BB-C1D6-4381-811F-8EDDEBC4698F}" srcOrd="1" destOrd="0" presId="urn:microsoft.com/office/officeart/2018/2/layout/IconVerticalSolidList"/>
    <dgm:cxn modelId="{46EAE051-8A1B-47FE-8543-D322A8879BA8}" type="presParOf" srcId="{37175978-6108-4981-BA1F-4E8D418521F5}" destId="{B3EB374F-E8BC-438A-806F-4A6D6B569E14}" srcOrd="2" destOrd="0" presId="urn:microsoft.com/office/officeart/2018/2/layout/IconVerticalSolidList"/>
    <dgm:cxn modelId="{9F8ECFE4-94AF-44C0-96D6-216458A02134}" type="presParOf" srcId="{37175978-6108-4981-BA1F-4E8D418521F5}" destId="{05422365-0375-4DFA-9780-0815CB312439}" srcOrd="3" destOrd="0" presId="urn:microsoft.com/office/officeart/2018/2/layout/IconVerticalSolidList"/>
    <dgm:cxn modelId="{5ED05908-3964-4C90-A8FA-A614495B1308}" type="presParOf" srcId="{B3B9497C-5554-4FCC-8E06-86581AFAE0A5}" destId="{B661A783-B652-426D-B545-A19E966EBA09}" srcOrd="3" destOrd="0" presId="urn:microsoft.com/office/officeart/2018/2/layout/IconVerticalSolidList"/>
    <dgm:cxn modelId="{787EFF91-970A-47A6-B05E-ED7534964D71}" type="presParOf" srcId="{B3B9497C-5554-4FCC-8E06-86581AFAE0A5}" destId="{29D4388D-06C8-450C-BF07-F15DAF7E7453}" srcOrd="4" destOrd="0" presId="urn:microsoft.com/office/officeart/2018/2/layout/IconVerticalSolidList"/>
    <dgm:cxn modelId="{9390C7A2-51C8-4282-A9D8-F374B625AE2C}" type="presParOf" srcId="{29D4388D-06C8-450C-BF07-F15DAF7E7453}" destId="{14E7E0B8-A695-415D-8680-49B17D38C9A2}" srcOrd="0" destOrd="0" presId="urn:microsoft.com/office/officeart/2018/2/layout/IconVerticalSolidList"/>
    <dgm:cxn modelId="{91EA057F-3115-49B1-869D-8E5DEF8EE79F}" type="presParOf" srcId="{29D4388D-06C8-450C-BF07-F15DAF7E7453}" destId="{AB4C8E19-0B41-4C40-94E1-400C8484E801}" srcOrd="1" destOrd="0" presId="urn:microsoft.com/office/officeart/2018/2/layout/IconVerticalSolidList"/>
    <dgm:cxn modelId="{E2D134F6-78BF-47CA-A719-82B8486B3614}" type="presParOf" srcId="{29D4388D-06C8-450C-BF07-F15DAF7E7453}" destId="{1C11D365-BB80-443C-A94E-9CA9A9EE3D60}" srcOrd="2" destOrd="0" presId="urn:microsoft.com/office/officeart/2018/2/layout/IconVerticalSolidList"/>
    <dgm:cxn modelId="{563DEA62-0D8B-4A2D-8ACD-62A7991D1057}" type="presParOf" srcId="{29D4388D-06C8-450C-BF07-F15DAF7E7453}" destId="{048774E7-492D-48C9-82DE-4E430B3BF2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091E15-D60C-4DBA-A0A8-0D84AF1AE547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DA7A34D-C4B2-4E10-8FD0-FC1F7DE44479}">
      <dgm:prSet/>
      <dgm:spPr/>
      <dgm:t>
        <a:bodyPr/>
        <a:lstStyle/>
        <a:p>
          <a:r>
            <a:rPr lang="en-US" baseline="0"/>
            <a:t>Frontend: Angular 20 + Tailwind CSS 4.1 </a:t>
          </a:r>
          <a:endParaRPr lang="en-US"/>
        </a:p>
      </dgm:t>
    </dgm:pt>
    <dgm:pt modelId="{F772076E-7A56-43C3-8B56-9610AD688A2B}" type="parTrans" cxnId="{374BEEE8-98F7-4ADE-B14C-426C98E38CDC}">
      <dgm:prSet/>
      <dgm:spPr/>
      <dgm:t>
        <a:bodyPr/>
        <a:lstStyle/>
        <a:p>
          <a:endParaRPr lang="en-US"/>
        </a:p>
      </dgm:t>
    </dgm:pt>
    <dgm:pt modelId="{257F138A-A960-4810-B5BF-B6AD5BE87BAF}" type="sibTrans" cxnId="{374BEEE8-98F7-4ADE-B14C-426C98E38CDC}">
      <dgm:prSet/>
      <dgm:spPr/>
      <dgm:t>
        <a:bodyPr/>
        <a:lstStyle/>
        <a:p>
          <a:endParaRPr lang="en-US"/>
        </a:p>
      </dgm:t>
    </dgm:pt>
    <dgm:pt modelId="{0722A499-6936-4C68-B106-8E291A84F4CD}">
      <dgm:prSet/>
      <dgm:spPr/>
      <dgm:t>
        <a:bodyPr/>
        <a:lstStyle/>
        <a:p>
          <a:r>
            <a:rPr lang="en-US" baseline="0"/>
            <a:t>Backend: ASP.NET Core 8 + EF Core </a:t>
          </a:r>
          <a:endParaRPr lang="en-US"/>
        </a:p>
      </dgm:t>
    </dgm:pt>
    <dgm:pt modelId="{EDC56B5C-E692-4C7D-8446-E6EEA21D712C}" type="parTrans" cxnId="{2606895D-4BCB-425C-82BD-9DF2CDF57FA2}">
      <dgm:prSet/>
      <dgm:spPr/>
      <dgm:t>
        <a:bodyPr/>
        <a:lstStyle/>
        <a:p>
          <a:endParaRPr lang="en-US"/>
        </a:p>
      </dgm:t>
    </dgm:pt>
    <dgm:pt modelId="{79334AB6-4EA6-4B04-81F6-29085589CB97}" type="sibTrans" cxnId="{2606895D-4BCB-425C-82BD-9DF2CDF57FA2}">
      <dgm:prSet/>
      <dgm:spPr/>
      <dgm:t>
        <a:bodyPr/>
        <a:lstStyle/>
        <a:p>
          <a:endParaRPr lang="en-US"/>
        </a:p>
      </dgm:t>
    </dgm:pt>
    <dgm:pt modelId="{0307E7E4-E36E-4B57-A2B6-33A994C77253}">
      <dgm:prSet/>
      <dgm:spPr/>
      <dgm:t>
        <a:bodyPr/>
        <a:lstStyle/>
        <a:p>
          <a:r>
            <a:rPr lang="en-US" baseline="0" dirty="0"/>
            <a:t>Database: MS SQL Server </a:t>
          </a:r>
          <a:endParaRPr lang="en-US" dirty="0"/>
        </a:p>
      </dgm:t>
    </dgm:pt>
    <dgm:pt modelId="{6503D630-CF16-4C63-85DF-7AA373705E0C}" type="parTrans" cxnId="{8AD941B9-31F9-4011-8E12-0E9CED685F33}">
      <dgm:prSet/>
      <dgm:spPr/>
      <dgm:t>
        <a:bodyPr/>
        <a:lstStyle/>
        <a:p>
          <a:endParaRPr lang="en-US"/>
        </a:p>
      </dgm:t>
    </dgm:pt>
    <dgm:pt modelId="{4079B6A9-3BDC-43A9-B4F0-688909248566}" type="sibTrans" cxnId="{8AD941B9-31F9-4011-8E12-0E9CED685F33}">
      <dgm:prSet/>
      <dgm:spPr/>
      <dgm:t>
        <a:bodyPr/>
        <a:lstStyle/>
        <a:p>
          <a:endParaRPr lang="en-US"/>
        </a:p>
      </dgm:t>
    </dgm:pt>
    <dgm:pt modelId="{16F18BCC-BD36-47F2-8F92-7EBCB6A9D6E4}">
      <dgm:prSet/>
      <dgm:spPr/>
      <dgm:t>
        <a:bodyPr/>
        <a:lstStyle/>
        <a:p>
          <a:r>
            <a:rPr lang="en-US" baseline="0" dirty="0"/>
            <a:t>Security: JWT +  ASP.NET identity (PBKDF2 hashing ),2FA</a:t>
          </a:r>
          <a:endParaRPr lang="en-US" dirty="0"/>
        </a:p>
      </dgm:t>
    </dgm:pt>
    <dgm:pt modelId="{56F77564-4485-47BE-AE1A-9C8B101CE3BC}" type="parTrans" cxnId="{2D2A6B67-1307-4CD6-9445-E3A1B6E79C3F}">
      <dgm:prSet/>
      <dgm:spPr/>
      <dgm:t>
        <a:bodyPr/>
        <a:lstStyle/>
        <a:p>
          <a:endParaRPr lang="en-US"/>
        </a:p>
      </dgm:t>
    </dgm:pt>
    <dgm:pt modelId="{3F145B6F-4F93-43A5-8CA7-E616932724BD}" type="sibTrans" cxnId="{2D2A6B67-1307-4CD6-9445-E3A1B6E79C3F}">
      <dgm:prSet/>
      <dgm:spPr/>
      <dgm:t>
        <a:bodyPr/>
        <a:lstStyle/>
        <a:p>
          <a:endParaRPr lang="en-US"/>
        </a:p>
      </dgm:t>
    </dgm:pt>
    <dgm:pt modelId="{4648EDB6-64E0-44B3-8C1F-BBC27CA23B25}">
      <dgm:prSet/>
      <dgm:spPr/>
      <dgm:t>
        <a:bodyPr/>
        <a:lstStyle/>
        <a:p>
          <a:r>
            <a:rPr lang="en-US" baseline="0" dirty="0"/>
            <a:t>Testing: x-Unit, swagger and Dev tools</a:t>
          </a:r>
          <a:endParaRPr lang="en-US" dirty="0"/>
        </a:p>
      </dgm:t>
    </dgm:pt>
    <dgm:pt modelId="{5B2111D9-F916-48F4-AAD1-27CD9E50EFB9}" type="parTrans" cxnId="{BE4A1C7C-B27B-47C5-B9D1-4321ADB98386}">
      <dgm:prSet/>
      <dgm:spPr/>
      <dgm:t>
        <a:bodyPr/>
        <a:lstStyle/>
        <a:p>
          <a:endParaRPr lang="en-US"/>
        </a:p>
      </dgm:t>
    </dgm:pt>
    <dgm:pt modelId="{D25BE6E6-7797-45BC-B0FE-2B39388B5AE6}" type="sibTrans" cxnId="{BE4A1C7C-B27B-47C5-B9D1-4321ADB98386}">
      <dgm:prSet/>
      <dgm:spPr/>
      <dgm:t>
        <a:bodyPr/>
        <a:lstStyle/>
        <a:p>
          <a:endParaRPr lang="en-US"/>
        </a:p>
      </dgm:t>
    </dgm:pt>
    <dgm:pt modelId="{DE6B8769-FC37-4851-BFAB-73B0F58C35FF}" type="pres">
      <dgm:prSet presAssocID="{CA091E15-D60C-4DBA-A0A8-0D84AF1AE547}" presName="vert0" presStyleCnt="0">
        <dgm:presLayoutVars>
          <dgm:dir/>
          <dgm:animOne val="branch"/>
          <dgm:animLvl val="lvl"/>
        </dgm:presLayoutVars>
      </dgm:prSet>
      <dgm:spPr/>
    </dgm:pt>
    <dgm:pt modelId="{633F9683-292F-41B3-AADD-0B0A1724FD1F}" type="pres">
      <dgm:prSet presAssocID="{1DA7A34D-C4B2-4E10-8FD0-FC1F7DE44479}" presName="thickLine" presStyleLbl="alignNode1" presStyleIdx="0" presStyleCnt="5"/>
      <dgm:spPr/>
    </dgm:pt>
    <dgm:pt modelId="{277DAA07-C2FF-490A-8CC2-AEBF1E5022EB}" type="pres">
      <dgm:prSet presAssocID="{1DA7A34D-C4B2-4E10-8FD0-FC1F7DE44479}" presName="horz1" presStyleCnt="0"/>
      <dgm:spPr/>
    </dgm:pt>
    <dgm:pt modelId="{E03A72EB-6F38-4317-9E6C-751185874741}" type="pres">
      <dgm:prSet presAssocID="{1DA7A34D-C4B2-4E10-8FD0-FC1F7DE44479}" presName="tx1" presStyleLbl="revTx" presStyleIdx="0" presStyleCnt="5"/>
      <dgm:spPr/>
    </dgm:pt>
    <dgm:pt modelId="{419E6C4E-0E5B-437E-AB67-DC60D8F94EFA}" type="pres">
      <dgm:prSet presAssocID="{1DA7A34D-C4B2-4E10-8FD0-FC1F7DE44479}" presName="vert1" presStyleCnt="0"/>
      <dgm:spPr/>
    </dgm:pt>
    <dgm:pt modelId="{510E88B6-748E-4ECE-8485-D60EE9F848E5}" type="pres">
      <dgm:prSet presAssocID="{0722A499-6936-4C68-B106-8E291A84F4CD}" presName="thickLine" presStyleLbl="alignNode1" presStyleIdx="1" presStyleCnt="5"/>
      <dgm:spPr/>
    </dgm:pt>
    <dgm:pt modelId="{F5EB8765-FEA8-46A3-8ADA-7054B20D4B7F}" type="pres">
      <dgm:prSet presAssocID="{0722A499-6936-4C68-B106-8E291A84F4CD}" presName="horz1" presStyleCnt="0"/>
      <dgm:spPr/>
    </dgm:pt>
    <dgm:pt modelId="{78F4035E-8673-406E-8379-83D477479AEA}" type="pres">
      <dgm:prSet presAssocID="{0722A499-6936-4C68-B106-8E291A84F4CD}" presName="tx1" presStyleLbl="revTx" presStyleIdx="1" presStyleCnt="5"/>
      <dgm:spPr/>
    </dgm:pt>
    <dgm:pt modelId="{DB6C2665-E7F9-4922-8D46-CBD1CA2468A0}" type="pres">
      <dgm:prSet presAssocID="{0722A499-6936-4C68-B106-8E291A84F4CD}" presName="vert1" presStyleCnt="0"/>
      <dgm:spPr/>
    </dgm:pt>
    <dgm:pt modelId="{B2ACC492-DAAC-481A-BED5-EC8AACA7EBDA}" type="pres">
      <dgm:prSet presAssocID="{0307E7E4-E36E-4B57-A2B6-33A994C77253}" presName="thickLine" presStyleLbl="alignNode1" presStyleIdx="2" presStyleCnt="5"/>
      <dgm:spPr/>
    </dgm:pt>
    <dgm:pt modelId="{D989BAE7-0D99-4102-90C6-3E47FC1E2596}" type="pres">
      <dgm:prSet presAssocID="{0307E7E4-E36E-4B57-A2B6-33A994C77253}" presName="horz1" presStyleCnt="0"/>
      <dgm:spPr/>
    </dgm:pt>
    <dgm:pt modelId="{222665AF-C48B-4C13-B619-A322DAFF5C16}" type="pres">
      <dgm:prSet presAssocID="{0307E7E4-E36E-4B57-A2B6-33A994C77253}" presName="tx1" presStyleLbl="revTx" presStyleIdx="2" presStyleCnt="5"/>
      <dgm:spPr/>
    </dgm:pt>
    <dgm:pt modelId="{F27C73FC-BBFA-4E3D-A41B-C641FB28F6DB}" type="pres">
      <dgm:prSet presAssocID="{0307E7E4-E36E-4B57-A2B6-33A994C77253}" presName="vert1" presStyleCnt="0"/>
      <dgm:spPr/>
    </dgm:pt>
    <dgm:pt modelId="{E842804D-C4F8-4993-98A3-69088BDD2B07}" type="pres">
      <dgm:prSet presAssocID="{16F18BCC-BD36-47F2-8F92-7EBCB6A9D6E4}" presName="thickLine" presStyleLbl="alignNode1" presStyleIdx="3" presStyleCnt="5"/>
      <dgm:spPr/>
    </dgm:pt>
    <dgm:pt modelId="{9CF2D336-59B3-49AE-9682-5BDBDE252D07}" type="pres">
      <dgm:prSet presAssocID="{16F18BCC-BD36-47F2-8F92-7EBCB6A9D6E4}" presName="horz1" presStyleCnt="0"/>
      <dgm:spPr/>
    </dgm:pt>
    <dgm:pt modelId="{16AFC2E9-BC7C-44A7-A4BC-D34A891C1FB8}" type="pres">
      <dgm:prSet presAssocID="{16F18BCC-BD36-47F2-8F92-7EBCB6A9D6E4}" presName="tx1" presStyleLbl="revTx" presStyleIdx="3" presStyleCnt="5"/>
      <dgm:spPr/>
    </dgm:pt>
    <dgm:pt modelId="{12BBB863-DED5-4E3E-96A2-C37A166816AE}" type="pres">
      <dgm:prSet presAssocID="{16F18BCC-BD36-47F2-8F92-7EBCB6A9D6E4}" presName="vert1" presStyleCnt="0"/>
      <dgm:spPr/>
    </dgm:pt>
    <dgm:pt modelId="{D0BEB245-E075-4C2E-AFC5-FD3FA246AE32}" type="pres">
      <dgm:prSet presAssocID="{4648EDB6-64E0-44B3-8C1F-BBC27CA23B25}" presName="thickLine" presStyleLbl="alignNode1" presStyleIdx="4" presStyleCnt="5"/>
      <dgm:spPr/>
    </dgm:pt>
    <dgm:pt modelId="{35DE343B-86C7-48A1-9C57-EB2BF650B076}" type="pres">
      <dgm:prSet presAssocID="{4648EDB6-64E0-44B3-8C1F-BBC27CA23B25}" presName="horz1" presStyleCnt="0"/>
      <dgm:spPr/>
    </dgm:pt>
    <dgm:pt modelId="{BA80B64B-5017-4E9C-9F1A-2813587F0699}" type="pres">
      <dgm:prSet presAssocID="{4648EDB6-64E0-44B3-8C1F-BBC27CA23B25}" presName="tx1" presStyleLbl="revTx" presStyleIdx="4" presStyleCnt="5"/>
      <dgm:spPr/>
    </dgm:pt>
    <dgm:pt modelId="{7882E69A-1CEB-4D2A-8049-F8AB8348A83A}" type="pres">
      <dgm:prSet presAssocID="{4648EDB6-64E0-44B3-8C1F-BBC27CA23B25}" presName="vert1" presStyleCnt="0"/>
      <dgm:spPr/>
    </dgm:pt>
  </dgm:ptLst>
  <dgm:cxnLst>
    <dgm:cxn modelId="{03881D00-3602-44BD-A329-8B83B1F48A1A}" type="presOf" srcId="{0307E7E4-E36E-4B57-A2B6-33A994C77253}" destId="{222665AF-C48B-4C13-B619-A322DAFF5C16}" srcOrd="0" destOrd="0" presId="urn:microsoft.com/office/officeart/2008/layout/LinedList"/>
    <dgm:cxn modelId="{2606895D-4BCB-425C-82BD-9DF2CDF57FA2}" srcId="{CA091E15-D60C-4DBA-A0A8-0D84AF1AE547}" destId="{0722A499-6936-4C68-B106-8E291A84F4CD}" srcOrd="1" destOrd="0" parTransId="{EDC56B5C-E692-4C7D-8446-E6EEA21D712C}" sibTransId="{79334AB6-4EA6-4B04-81F6-29085589CB97}"/>
    <dgm:cxn modelId="{AF1DF543-BB3C-4D88-9433-C35D1427C6AB}" type="presOf" srcId="{CA091E15-D60C-4DBA-A0A8-0D84AF1AE547}" destId="{DE6B8769-FC37-4851-BFAB-73B0F58C35FF}" srcOrd="0" destOrd="0" presId="urn:microsoft.com/office/officeart/2008/layout/LinedList"/>
    <dgm:cxn modelId="{2D2A6B67-1307-4CD6-9445-E3A1B6E79C3F}" srcId="{CA091E15-D60C-4DBA-A0A8-0D84AF1AE547}" destId="{16F18BCC-BD36-47F2-8F92-7EBCB6A9D6E4}" srcOrd="3" destOrd="0" parTransId="{56F77564-4485-47BE-AE1A-9C8B101CE3BC}" sibTransId="{3F145B6F-4F93-43A5-8CA7-E616932724BD}"/>
    <dgm:cxn modelId="{BE4A1C7C-B27B-47C5-B9D1-4321ADB98386}" srcId="{CA091E15-D60C-4DBA-A0A8-0D84AF1AE547}" destId="{4648EDB6-64E0-44B3-8C1F-BBC27CA23B25}" srcOrd="4" destOrd="0" parTransId="{5B2111D9-F916-48F4-AAD1-27CD9E50EFB9}" sibTransId="{D25BE6E6-7797-45BC-B0FE-2B39388B5AE6}"/>
    <dgm:cxn modelId="{0218A482-3DA4-4384-8DB1-B6FE8C0108D9}" type="presOf" srcId="{4648EDB6-64E0-44B3-8C1F-BBC27CA23B25}" destId="{BA80B64B-5017-4E9C-9F1A-2813587F0699}" srcOrd="0" destOrd="0" presId="urn:microsoft.com/office/officeart/2008/layout/LinedList"/>
    <dgm:cxn modelId="{8AD941B9-31F9-4011-8E12-0E9CED685F33}" srcId="{CA091E15-D60C-4DBA-A0A8-0D84AF1AE547}" destId="{0307E7E4-E36E-4B57-A2B6-33A994C77253}" srcOrd="2" destOrd="0" parTransId="{6503D630-CF16-4C63-85DF-7AA373705E0C}" sibTransId="{4079B6A9-3BDC-43A9-B4F0-688909248566}"/>
    <dgm:cxn modelId="{98B383BC-E81C-46B0-912E-B310151BECA7}" type="presOf" srcId="{0722A499-6936-4C68-B106-8E291A84F4CD}" destId="{78F4035E-8673-406E-8379-83D477479AEA}" srcOrd="0" destOrd="0" presId="urn:microsoft.com/office/officeart/2008/layout/LinedList"/>
    <dgm:cxn modelId="{D734F7D8-8A54-40E3-B929-6C460F3D25E4}" type="presOf" srcId="{1DA7A34D-C4B2-4E10-8FD0-FC1F7DE44479}" destId="{E03A72EB-6F38-4317-9E6C-751185874741}" srcOrd="0" destOrd="0" presId="urn:microsoft.com/office/officeart/2008/layout/LinedList"/>
    <dgm:cxn modelId="{A20A62E3-1AC4-4975-A34E-661E673FAB14}" type="presOf" srcId="{16F18BCC-BD36-47F2-8F92-7EBCB6A9D6E4}" destId="{16AFC2E9-BC7C-44A7-A4BC-D34A891C1FB8}" srcOrd="0" destOrd="0" presId="urn:microsoft.com/office/officeart/2008/layout/LinedList"/>
    <dgm:cxn modelId="{374BEEE8-98F7-4ADE-B14C-426C98E38CDC}" srcId="{CA091E15-D60C-4DBA-A0A8-0D84AF1AE547}" destId="{1DA7A34D-C4B2-4E10-8FD0-FC1F7DE44479}" srcOrd="0" destOrd="0" parTransId="{F772076E-7A56-43C3-8B56-9610AD688A2B}" sibTransId="{257F138A-A960-4810-B5BF-B6AD5BE87BAF}"/>
    <dgm:cxn modelId="{D7527C83-5289-4680-8457-D38459DBC9AD}" type="presParOf" srcId="{DE6B8769-FC37-4851-BFAB-73B0F58C35FF}" destId="{633F9683-292F-41B3-AADD-0B0A1724FD1F}" srcOrd="0" destOrd="0" presId="urn:microsoft.com/office/officeart/2008/layout/LinedList"/>
    <dgm:cxn modelId="{796111ED-0AD5-4B55-9E14-FC372A33AB18}" type="presParOf" srcId="{DE6B8769-FC37-4851-BFAB-73B0F58C35FF}" destId="{277DAA07-C2FF-490A-8CC2-AEBF1E5022EB}" srcOrd="1" destOrd="0" presId="urn:microsoft.com/office/officeart/2008/layout/LinedList"/>
    <dgm:cxn modelId="{222694EC-4C71-4FB4-B61E-5ACEA6B5E581}" type="presParOf" srcId="{277DAA07-C2FF-490A-8CC2-AEBF1E5022EB}" destId="{E03A72EB-6F38-4317-9E6C-751185874741}" srcOrd="0" destOrd="0" presId="urn:microsoft.com/office/officeart/2008/layout/LinedList"/>
    <dgm:cxn modelId="{9CF3493A-93D8-40B7-BB83-73497C06AAA6}" type="presParOf" srcId="{277DAA07-C2FF-490A-8CC2-AEBF1E5022EB}" destId="{419E6C4E-0E5B-437E-AB67-DC60D8F94EFA}" srcOrd="1" destOrd="0" presId="urn:microsoft.com/office/officeart/2008/layout/LinedList"/>
    <dgm:cxn modelId="{180E9069-1710-4B41-A552-68E9550708C8}" type="presParOf" srcId="{DE6B8769-FC37-4851-BFAB-73B0F58C35FF}" destId="{510E88B6-748E-4ECE-8485-D60EE9F848E5}" srcOrd="2" destOrd="0" presId="urn:microsoft.com/office/officeart/2008/layout/LinedList"/>
    <dgm:cxn modelId="{B0834FD2-74C6-4C0D-A98C-FCC053AF4034}" type="presParOf" srcId="{DE6B8769-FC37-4851-BFAB-73B0F58C35FF}" destId="{F5EB8765-FEA8-46A3-8ADA-7054B20D4B7F}" srcOrd="3" destOrd="0" presId="urn:microsoft.com/office/officeart/2008/layout/LinedList"/>
    <dgm:cxn modelId="{9E6BE3CD-D2E8-4B78-9858-E10EA955C15C}" type="presParOf" srcId="{F5EB8765-FEA8-46A3-8ADA-7054B20D4B7F}" destId="{78F4035E-8673-406E-8379-83D477479AEA}" srcOrd="0" destOrd="0" presId="urn:microsoft.com/office/officeart/2008/layout/LinedList"/>
    <dgm:cxn modelId="{7CC31638-DD5A-4225-A96F-6C5DB77F21F6}" type="presParOf" srcId="{F5EB8765-FEA8-46A3-8ADA-7054B20D4B7F}" destId="{DB6C2665-E7F9-4922-8D46-CBD1CA2468A0}" srcOrd="1" destOrd="0" presId="urn:microsoft.com/office/officeart/2008/layout/LinedList"/>
    <dgm:cxn modelId="{1201F58F-E28F-4A48-B0B1-9766B93C01DA}" type="presParOf" srcId="{DE6B8769-FC37-4851-BFAB-73B0F58C35FF}" destId="{B2ACC492-DAAC-481A-BED5-EC8AACA7EBDA}" srcOrd="4" destOrd="0" presId="urn:microsoft.com/office/officeart/2008/layout/LinedList"/>
    <dgm:cxn modelId="{FBC97030-104D-4B82-B39B-5DB7291F55F5}" type="presParOf" srcId="{DE6B8769-FC37-4851-BFAB-73B0F58C35FF}" destId="{D989BAE7-0D99-4102-90C6-3E47FC1E2596}" srcOrd="5" destOrd="0" presId="urn:microsoft.com/office/officeart/2008/layout/LinedList"/>
    <dgm:cxn modelId="{ECB569C6-CC95-4272-83DC-A8E8F71B02DA}" type="presParOf" srcId="{D989BAE7-0D99-4102-90C6-3E47FC1E2596}" destId="{222665AF-C48B-4C13-B619-A322DAFF5C16}" srcOrd="0" destOrd="0" presId="urn:microsoft.com/office/officeart/2008/layout/LinedList"/>
    <dgm:cxn modelId="{8EDC931C-AEF3-402D-ACCB-98FEFC8FB0F9}" type="presParOf" srcId="{D989BAE7-0D99-4102-90C6-3E47FC1E2596}" destId="{F27C73FC-BBFA-4E3D-A41B-C641FB28F6DB}" srcOrd="1" destOrd="0" presId="urn:microsoft.com/office/officeart/2008/layout/LinedList"/>
    <dgm:cxn modelId="{F36DA4FA-943F-41E5-8369-7EB527B55F5D}" type="presParOf" srcId="{DE6B8769-FC37-4851-BFAB-73B0F58C35FF}" destId="{E842804D-C4F8-4993-98A3-69088BDD2B07}" srcOrd="6" destOrd="0" presId="urn:microsoft.com/office/officeart/2008/layout/LinedList"/>
    <dgm:cxn modelId="{6CA1BD18-8C6F-4730-9FDB-35606DD91F76}" type="presParOf" srcId="{DE6B8769-FC37-4851-BFAB-73B0F58C35FF}" destId="{9CF2D336-59B3-49AE-9682-5BDBDE252D07}" srcOrd="7" destOrd="0" presId="urn:microsoft.com/office/officeart/2008/layout/LinedList"/>
    <dgm:cxn modelId="{488236D1-031E-41AE-968A-DB97F3DE610C}" type="presParOf" srcId="{9CF2D336-59B3-49AE-9682-5BDBDE252D07}" destId="{16AFC2E9-BC7C-44A7-A4BC-D34A891C1FB8}" srcOrd="0" destOrd="0" presId="urn:microsoft.com/office/officeart/2008/layout/LinedList"/>
    <dgm:cxn modelId="{81F3FA15-416C-4AB8-8590-D02DF95A7384}" type="presParOf" srcId="{9CF2D336-59B3-49AE-9682-5BDBDE252D07}" destId="{12BBB863-DED5-4E3E-96A2-C37A166816AE}" srcOrd="1" destOrd="0" presId="urn:microsoft.com/office/officeart/2008/layout/LinedList"/>
    <dgm:cxn modelId="{E499408C-D1D9-4E8B-9CD3-8F31F4DD8123}" type="presParOf" srcId="{DE6B8769-FC37-4851-BFAB-73B0F58C35FF}" destId="{D0BEB245-E075-4C2E-AFC5-FD3FA246AE32}" srcOrd="8" destOrd="0" presId="urn:microsoft.com/office/officeart/2008/layout/LinedList"/>
    <dgm:cxn modelId="{49DEABF0-E321-4F85-BA5D-9F99431A4D05}" type="presParOf" srcId="{DE6B8769-FC37-4851-BFAB-73B0F58C35FF}" destId="{35DE343B-86C7-48A1-9C57-EB2BF650B076}" srcOrd="9" destOrd="0" presId="urn:microsoft.com/office/officeart/2008/layout/LinedList"/>
    <dgm:cxn modelId="{8C145199-92C4-45A0-9826-56FB673BFCA0}" type="presParOf" srcId="{35DE343B-86C7-48A1-9C57-EB2BF650B076}" destId="{BA80B64B-5017-4E9C-9F1A-2813587F0699}" srcOrd="0" destOrd="0" presId="urn:microsoft.com/office/officeart/2008/layout/LinedList"/>
    <dgm:cxn modelId="{29EDC147-6EFC-40F4-B103-CE6F4ED619DE}" type="presParOf" srcId="{35DE343B-86C7-48A1-9C57-EB2BF650B076}" destId="{7882E69A-1CEB-4D2A-8049-F8AB8348A8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AA8467-5543-4D35-95C8-1F601D928B8A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E9646EA-A380-4605-8796-91DEB126EC26}">
      <dgm:prSet/>
      <dgm:spPr/>
      <dgm:t>
        <a:bodyPr/>
        <a:lstStyle/>
        <a:p>
          <a:r>
            <a:rPr lang="en-US" dirty="0"/>
            <a:t>Learned importance of clean architecture and modular design</a:t>
          </a:r>
          <a:endParaRPr lang="en-DK" dirty="0"/>
        </a:p>
      </dgm:t>
    </dgm:pt>
    <dgm:pt modelId="{051B4232-D9B1-4945-B5A1-4904DEA53DA3}" type="parTrans" cxnId="{3D369D58-A2AF-401E-986D-1299E165E104}">
      <dgm:prSet/>
      <dgm:spPr/>
      <dgm:t>
        <a:bodyPr/>
        <a:lstStyle/>
        <a:p>
          <a:endParaRPr lang="en-DK"/>
        </a:p>
      </dgm:t>
    </dgm:pt>
    <dgm:pt modelId="{EED46D34-C924-43FE-A0E0-374E0A5971A2}" type="sibTrans" cxnId="{3D369D58-A2AF-401E-986D-1299E165E104}">
      <dgm:prSet/>
      <dgm:spPr/>
      <dgm:t>
        <a:bodyPr/>
        <a:lstStyle/>
        <a:p>
          <a:endParaRPr lang="en-DK"/>
        </a:p>
      </dgm:t>
    </dgm:pt>
    <dgm:pt modelId="{8ECB6565-91A9-41D4-B3A7-426B3BD8BDF7}">
      <dgm:prSet/>
      <dgm:spPr/>
      <dgm:t>
        <a:bodyPr/>
        <a:lstStyle/>
        <a:p>
          <a:r>
            <a:rPr lang="en-US" dirty="0"/>
            <a:t>Learned the importance of creating reusable components to save development time and reduce duplication</a:t>
          </a:r>
          <a:endParaRPr lang="en-DK" dirty="0"/>
        </a:p>
      </dgm:t>
    </dgm:pt>
    <dgm:pt modelId="{B0298995-6FCC-4C68-B9E2-776C7C1EB9F9}" type="parTrans" cxnId="{4A422A2A-92A9-4C91-A2A2-CBAA3682E948}">
      <dgm:prSet/>
      <dgm:spPr/>
      <dgm:t>
        <a:bodyPr/>
        <a:lstStyle/>
        <a:p>
          <a:endParaRPr lang="en-DK"/>
        </a:p>
      </dgm:t>
    </dgm:pt>
    <dgm:pt modelId="{861B1B45-2893-40D1-A3A1-45AABC0D6421}" type="sibTrans" cxnId="{4A422A2A-92A9-4C91-A2A2-CBAA3682E948}">
      <dgm:prSet/>
      <dgm:spPr/>
      <dgm:t>
        <a:bodyPr/>
        <a:lstStyle/>
        <a:p>
          <a:endParaRPr lang="en-DK"/>
        </a:p>
      </dgm:t>
    </dgm:pt>
    <dgm:pt modelId="{370840D7-E693-4CDB-A290-917962493543}">
      <dgm:prSet/>
      <dgm:spPr/>
      <dgm:t>
        <a:bodyPr/>
        <a:lstStyle/>
        <a:p>
          <a:pPr>
            <a:buNone/>
          </a:pPr>
          <a:r>
            <a:rPr lang="en-US" dirty="0"/>
            <a:t>Gained knowledge of hard, soft, and cascade delete strategies</a:t>
          </a:r>
          <a:endParaRPr lang="en-DK" dirty="0"/>
        </a:p>
      </dgm:t>
    </dgm:pt>
    <dgm:pt modelId="{EB7D0AA3-30EA-4922-B760-CE052651CB1F}" type="parTrans" cxnId="{353AD782-4045-4396-97D7-6D9E78338927}">
      <dgm:prSet/>
      <dgm:spPr/>
      <dgm:t>
        <a:bodyPr/>
        <a:lstStyle/>
        <a:p>
          <a:endParaRPr lang="en-DK"/>
        </a:p>
      </dgm:t>
    </dgm:pt>
    <dgm:pt modelId="{EFA1C03E-4A58-4FD9-B1C5-D1CBD022A2C0}" type="sibTrans" cxnId="{353AD782-4045-4396-97D7-6D9E78338927}">
      <dgm:prSet/>
      <dgm:spPr/>
      <dgm:t>
        <a:bodyPr/>
        <a:lstStyle/>
        <a:p>
          <a:endParaRPr lang="en-DK"/>
        </a:p>
      </dgm:t>
    </dgm:pt>
    <dgm:pt modelId="{233294B5-6977-40F0-8563-063C9051EEE3}">
      <dgm:prSet/>
      <dgm:spPr/>
      <dgm:t>
        <a:bodyPr/>
        <a:lstStyle/>
        <a:p>
          <a:pPr>
            <a:buNone/>
          </a:pPr>
          <a:r>
            <a:rPr lang="en-US"/>
            <a:t>Gained understanding of OOP principles for better code structure and maintainability</a:t>
          </a:r>
          <a:endParaRPr lang="en-DK" dirty="0"/>
        </a:p>
      </dgm:t>
    </dgm:pt>
    <dgm:pt modelId="{B17D3FD6-BC8C-4218-BA4E-84E3DEC67514}" type="parTrans" cxnId="{716EC401-FAFD-46B4-A285-1AE131AE829B}">
      <dgm:prSet/>
      <dgm:spPr/>
      <dgm:t>
        <a:bodyPr/>
        <a:lstStyle/>
        <a:p>
          <a:endParaRPr lang="en-DK"/>
        </a:p>
      </dgm:t>
    </dgm:pt>
    <dgm:pt modelId="{96CCA43B-3F18-4B08-A464-6BA4704A747A}" type="sibTrans" cxnId="{716EC401-FAFD-46B4-A285-1AE131AE829B}">
      <dgm:prSet/>
      <dgm:spPr/>
      <dgm:t>
        <a:bodyPr/>
        <a:lstStyle/>
        <a:p>
          <a:endParaRPr lang="en-DK"/>
        </a:p>
      </dgm:t>
    </dgm:pt>
    <dgm:pt modelId="{17820FCE-3880-473E-BFF6-5F50FAACE1FB}">
      <dgm:prSet/>
      <dgm:spPr/>
      <dgm:t>
        <a:bodyPr/>
        <a:lstStyle/>
        <a:p>
          <a:pPr>
            <a:buNone/>
          </a:pPr>
          <a:r>
            <a:rPr lang="en-US" dirty="0"/>
            <a:t>Learned to identify and manage risks in software development</a:t>
          </a:r>
          <a:endParaRPr lang="en-DK" dirty="0"/>
        </a:p>
      </dgm:t>
    </dgm:pt>
    <dgm:pt modelId="{793485A7-1E6B-4B07-AD39-A4CA9E8B2ADD}" type="parTrans" cxnId="{67A75443-A045-4E72-AE69-9CC6765BEEAE}">
      <dgm:prSet/>
      <dgm:spPr/>
      <dgm:t>
        <a:bodyPr/>
        <a:lstStyle/>
        <a:p>
          <a:endParaRPr lang="en-DK"/>
        </a:p>
      </dgm:t>
    </dgm:pt>
    <dgm:pt modelId="{9BE1E3F3-0B76-4E9E-A2A4-8C89B46C6EFB}" type="sibTrans" cxnId="{67A75443-A045-4E72-AE69-9CC6765BEEAE}">
      <dgm:prSet/>
      <dgm:spPr/>
      <dgm:t>
        <a:bodyPr/>
        <a:lstStyle/>
        <a:p>
          <a:endParaRPr lang="en-DK"/>
        </a:p>
      </dgm:t>
    </dgm:pt>
    <dgm:pt modelId="{AF6581E7-0D0C-41E2-AA73-24B87B6FB5D5}">
      <dgm:prSet/>
      <dgm:spPr/>
      <dgm:t>
        <a:bodyPr/>
        <a:lstStyle/>
        <a:p>
          <a:r>
            <a:rPr lang="en-US"/>
            <a:t>Practiced testing strategies with Moq and in-memory databases</a:t>
          </a:r>
          <a:endParaRPr lang="en-DK" dirty="0"/>
        </a:p>
      </dgm:t>
    </dgm:pt>
    <dgm:pt modelId="{F74B7B85-2421-42F6-9450-E2F0B62FA669}" type="parTrans" cxnId="{FC2179FC-6D31-44BD-BB93-F8D6117F06A7}">
      <dgm:prSet/>
      <dgm:spPr/>
      <dgm:t>
        <a:bodyPr/>
        <a:lstStyle/>
        <a:p>
          <a:endParaRPr lang="en-DK"/>
        </a:p>
      </dgm:t>
    </dgm:pt>
    <dgm:pt modelId="{3ACA7915-DD91-457A-AA2C-83606A774C48}" type="sibTrans" cxnId="{FC2179FC-6D31-44BD-BB93-F8D6117F06A7}">
      <dgm:prSet/>
      <dgm:spPr/>
      <dgm:t>
        <a:bodyPr/>
        <a:lstStyle/>
        <a:p>
          <a:endParaRPr lang="en-DK"/>
        </a:p>
      </dgm:t>
    </dgm:pt>
    <dgm:pt modelId="{8D0CD22D-23C0-4404-A655-952252133FA2}" type="pres">
      <dgm:prSet presAssocID="{E2AA8467-5543-4D35-95C8-1F601D928B8A}" presName="linear" presStyleCnt="0">
        <dgm:presLayoutVars>
          <dgm:animLvl val="lvl"/>
          <dgm:resizeHandles val="exact"/>
        </dgm:presLayoutVars>
      </dgm:prSet>
      <dgm:spPr/>
    </dgm:pt>
    <dgm:pt modelId="{E5694770-E0D4-4A52-8B27-1D6E9381CD79}" type="pres">
      <dgm:prSet presAssocID="{0E9646EA-A380-4605-8796-91DEB126EC2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3459895-14E6-430E-9D7C-116FD2B37768}" type="pres">
      <dgm:prSet presAssocID="{EED46D34-C924-43FE-A0E0-374E0A5971A2}" presName="spacer" presStyleCnt="0"/>
      <dgm:spPr/>
    </dgm:pt>
    <dgm:pt modelId="{8142CE76-E6E4-41CE-9E6A-23AE79C07C35}" type="pres">
      <dgm:prSet presAssocID="{8ECB6565-91A9-41D4-B3A7-426B3BD8BDF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860E244-28C1-42AB-84B6-23A6DB841A7A}" type="pres">
      <dgm:prSet presAssocID="{861B1B45-2893-40D1-A3A1-45AABC0D6421}" presName="spacer" presStyleCnt="0"/>
      <dgm:spPr/>
    </dgm:pt>
    <dgm:pt modelId="{8FF0F460-1D3D-458A-ABE5-8C2CB343D140}" type="pres">
      <dgm:prSet presAssocID="{233294B5-6977-40F0-8563-063C9051EEE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B3B45FD-4816-4EEE-B6B0-55CD2F399C98}" type="pres">
      <dgm:prSet presAssocID="{96CCA43B-3F18-4B08-A464-6BA4704A747A}" presName="spacer" presStyleCnt="0"/>
      <dgm:spPr/>
    </dgm:pt>
    <dgm:pt modelId="{70C61E2F-0685-4662-B518-09C0F8602B03}" type="pres">
      <dgm:prSet presAssocID="{370840D7-E693-4CDB-A290-91796249354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57F06A4-4421-459B-9EE7-03375E506870}" type="pres">
      <dgm:prSet presAssocID="{EFA1C03E-4A58-4FD9-B1C5-D1CBD022A2C0}" presName="spacer" presStyleCnt="0"/>
      <dgm:spPr/>
    </dgm:pt>
    <dgm:pt modelId="{800D52F5-52E4-4241-91A7-590590050B6C}" type="pres">
      <dgm:prSet presAssocID="{17820FCE-3880-473E-BFF6-5F50FAACE1F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B98FEA8-0530-45C0-855C-B5703F694115}" type="pres">
      <dgm:prSet presAssocID="{9BE1E3F3-0B76-4E9E-A2A4-8C89B46C6EFB}" presName="spacer" presStyleCnt="0"/>
      <dgm:spPr/>
    </dgm:pt>
    <dgm:pt modelId="{D6B58187-A781-4AD4-98E5-4B3853FE4E3D}" type="pres">
      <dgm:prSet presAssocID="{AF6581E7-0D0C-41E2-AA73-24B87B6FB5D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16EC401-FAFD-46B4-A285-1AE131AE829B}" srcId="{E2AA8467-5543-4D35-95C8-1F601D928B8A}" destId="{233294B5-6977-40F0-8563-063C9051EEE3}" srcOrd="2" destOrd="0" parTransId="{B17D3FD6-BC8C-4218-BA4E-84E3DEC67514}" sibTransId="{96CCA43B-3F18-4B08-A464-6BA4704A747A}"/>
    <dgm:cxn modelId="{EFC33A26-44C6-44D6-96D0-C3DCBA5348F6}" type="presOf" srcId="{0E9646EA-A380-4605-8796-91DEB126EC26}" destId="{E5694770-E0D4-4A52-8B27-1D6E9381CD79}" srcOrd="0" destOrd="0" presId="urn:microsoft.com/office/officeart/2005/8/layout/vList2"/>
    <dgm:cxn modelId="{4A422A2A-92A9-4C91-A2A2-CBAA3682E948}" srcId="{E2AA8467-5543-4D35-95C8-1F601D928B8A}" destId="{8ECB6565-91A9-41D4-B3A7-426B3BD8BDF7}" srcOrd="1" destOrd="0" parTransId="{B0298995-6FCC-4C68-B9E2-776C7C1EB9F9}" sibTransId="{861B1B45-2893-40D1-A3A1-45AABC0D6421}"/>
    <dgm:cxn modelId="{2D127336-5ED1-4236-AA06-44083C9F76C0}" type="presOf" srcId="{AF6581E7-0D0C-41E2-AA73-24B87B6FB5D5}" destId="{D6B58187-A781-4AD4-98E5-4B3853FE4E3D}" srcOrd="0" destOrd="0" presId="urn:microsoft.com/office/officeart/2005/8/layout/vList2"/>
    <dgm:cxn modelId="{67A75443-A045-4E72-AE69-9CC6765BEEAE}" srcId="{E2AA8467-5543-4D35-95C8-1F601D928B8A}" destId="{17820FCE-3880-473E-BFF6-5F50FAACE1FB}" srcOrd="4" destOrd="0" parTransId="{793485A7-1E6B-4B07-AD39-A4CA9E8B2ADD}" sibTransId="{9BE1E3F3-0B76-4E9E-A2A4-8C89B46C6EFB}"/>
    <dgm:cxn modelId="{9388EB50-7508-4946-BBFE-02933BEEFCDB}" type="presOf" srcId="{8ECB6565-91A9-41D4-B3A7-426B3BD8BDF7}" destId="{8142CE76-E6E4-41CE-9E6A-23AE79C07C35}" srcOrd="0" destOrd="0" presId="urn:microsoft.com/office/officeart/2005/8/layout/vList2"/>
    <dgm:cxn modelId="{3D369D58-A2AF-401E-986D-1299E165E104}" srcId="{E2AA8467-5543-4D35-95C8-1F601D928B8A}" destId="{0E9646EA-A380-4605-8796-91DEB126EC26}" srcOrd="0" destOrd="0" parTransId="{051B4232-D9B1-4945-B5A1-4904DEA53DA3}" sibTransId="{EED46D34-C924-43FE-A0E0-374E0A5971A2}"/>
    <dgm:cxn modelId="{353AD782-4045-4396-97D7-6D9E78338927}" srcId="{E2AA8467-5543-4D35-95C8-1F601D928B8A}" destId="{370840D7-E693-4CDB-A290-917962493543}" srcOrd="3" destOrd="0" parTransId="{EB7D0AA3-30EA-4922-B760-CE052651CB1F}" sibTransId="{EFA1C03E-4A58-4FD9-B1C5-D1CBD022A2C0}"/>
    <dgm:cxn modelId="{AECE118A-505C-4D6D-BA7A-9B26F12B2F26}" type="presOf" srcId="{E2AA8467-5543-4D35-95C8-1F601D928B8A}" destId="{8D0CD22D-23C0-4404-A655-952252133FA2}" srcOrd="0" destOrd="0" presId="urn:microsoft.com/office/officeart/2005/8/layout/vList2"/>
    <dgm:cxn modelId="{814F18AD-ABE1-4328-9A0F-4DF7108FF4CF}" type="presOf" srcId="{233294B5-6977-40F0-8563-063C9051EEE3}" destId="{8FF0F460-1D3D-458A-ABE5-8C2CB343D140}" srcOrd="0" destOrd="0" presId="urn:microsoft.com/office/officeart/2005/8/layout/vList2"/>
    <dgm:cxn modelId="{A0C3F6BC-3622-4140-856D-9972539CA5D5}" type="presOf" srcId="{17820FCE-3880-473E-BFF6-5F50FAACE1FB}" destId="{800D52F5-52E4-4241-91A7-590590050B6C}" srcOrd="0" destOrd="0" presId="urn:microsoft.com/office/officeart/2005/8/layout/vList2"/>
    <dgm:cxn modelId="{61E386BD-7440-456C-927C-8E3A9FE88572}" type="presOf" srcId="{370840D7-E693-4CDB-A290-917962493543}" destId="{70C61E2F-0685-4662-B518-09C0F8602B03}" srcOrd="0" destOrd="0" presId="urn:microsoft.com/office/officeart/2005/8/layout/vList2"/>
    <dgm:cxn modelId="{FC2179FC-6D31-44BD-BB93-F8D6117F06A7}" srcId="{E2AA8467-5543-4D35-95C8-1F601D928B8A}" destId="{AF6581E7-0D0C-41E2-AA73-24B87B6FB5D5}" srcOrd="5" destOrd="0" parTransId="{F74B7B85-2421-42F6-9450-E2F0B62FA669}" sibTransId="{3ACA7915-DD91-457A-AA2C-83606A774C48}"/>
    <dgm:cxn modelId="{42CFCDF6-F903-4E9D-83AF-2C2BFE54AA7A}" type="presParOf" srcId="{8D0CD22D-23C0-4404-A655-952252133FA2}" destId="{E5694770-E0D4-4A52-8B27-1D6E9381CD79}" srcOrd="0" destOrd="0" presId="urn:microsoft.com/office/officeart/2005/8/layout/vList2"/>
    <dgm:cxn modelId="{D1E8154C-9EC5-489D-9C2A-77606AF3B053}" type="presParOf" srcId="{8D0CD22D-23C0-4404-A655-952252133FA2}" destId="{A3459895-14E6-430E-9D7C-116FD2B37768}" srcOrd="1" destOrd="0" presId="urn:microsoft.com/office/officeart/2005/8/layout/vList2"/>
    <dgm:cxn modelId="{B391246E-4903-46D6-9B54-D6D6A4F82DB7}" type="presParOf" srcId="{8D0CD22D-23C0-4404-A655-952252133FA2}" destId="{8142CE76-E6E4-41CE-9E6A-23AE79C07C35}" srcOrd="2" destOrd="0" presId="urn:microsoft.com/office/officeart/2005/8/layout/vList2"/>
    <dgm:cxn modelId="{77AA4BB5-8056-448F-86CF-8629FCC90161}" type="presParOf" srcId="{8D0CD22D-23C0-4404-A655-952252133FA2}" destId="{F860E244-28C1-42AB-84B6-23A6DB841A7A}" srcOrd="3" destOrd="0" presId="urn:microsoft.com/office/officeart/2005/8/layout/vList2"/>
    <dgm:cxn modelId="{D60B18F8-C895-4EA9-8904-CAE8C6D5F322}" type="presParOf" srcId="{8D0CD22D-23C0-4404-A655-952252133FA2}" destId="{8FF0F460-1D3D-458A-ABE5-8C2CB343D140}" srcOrd="4" destOrd="0" presId="urn:microsoft.com/office/officeart/2005/8/layout/vList2"/>
    <dgm:cxn modelId="{4A413C83-7774-4FCA-9C17-B0820AEC5B59}" type="presParOf" srcId="{8D0CD22D-23C0-4404-A655-952252133FA2}" destId="{EB3B45FD-4816-4EEE-B6B0-55CD2F399C98}" srcOrd="5" destOrd="0" presId="urn:microsoft.com/office/officeart/2005/8/layout/vList2"/>
    <dgm:cxn modelId="{04B87660-0420-4C92-9638-22192C5BBB93}" type="presParOf" srcId="{8D0CD22D-23C0-4404-A655-952252133FA2}" destId="{70C61E2F-0685-4662-B518-09C0F8602B03}" srcOrd="6" destOrd="0" presId="urn:microsoft.com/office/officeart/2005/8/layout/vList2"/>
    <dgm:cxn modelId="{03D38709-9209-400F-A6F5-EBD5837513A1}" type="presParOf" srcId="{8D0CD22D-23C0-4404-A655-952252133FA2}" destId="{657F06A4-4421-459B-9EE7-03375E506870}" srcOrd="7" destOrd="0" presId="urn:microsoft.com/office/officeart/2005/8/layout/vList2"/>
    <dgm:cxn modelId="{F3578962-8B3E-4237-A9DB-820A7DDB75C4}" type="presParOf" srcId="{8D0CD22D-23C0-4404-A655-952252133FA2}" destId="{800D52F5-52E4-4241-91A7-590590050B6C}" srcOrd="8" destOrd="0" presId="urn:microsoft.com/office/officeart/2005/8/layout/vList2"/>
    <dgm:cxn modelId="{AB0C4BF7-34B5-4A24-97D3-5ACC37D28D1A}" type="presParOf" srcId="{8D0CD22D-23C0-4404-A655-952252133FA2}" destId="{BB98FEA8-0530-45C0-855C-B5703F694115}" srcOrd="9" destOrd="0" presId="urn:microsoft.com/office/officeart/2005/8/layout/vList2"/>
    <dgm:cxn modelId="{96DDC2C8-4531-4470-A6BE-032D408A18DE}" type="presParOf" srcId="{8D0CD22D-23C0-4404-A655-952252133FA2}" destId="{D6B58187-A781-4AD4-98E5-4B3853FE4E3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EEA198-7DA2-4607-AD14-A316300C6491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4754E28-4FE2-4B49-A9F7-37A957F41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and scalable event system</a:t>
          </a:r>
          <a:endParaRPr lang="en-US" dirty="0"/>
        </a:p>
      </dgm:t>
    </dgm:pt>
    <dgm:pt modelId="{FB064B09-174F-4898-B64E-7F6AD175C430}" type="parTrans" cxnId="{D6000023-6166-4BC0-8BD1-436F59A09AE0}">
      <dgm:prSet/>
      <dgm:spPr/>
      <dgm:t>
        <a:bodyPr/>
        <a:lstStyle/>
        <a:p>
          <a:endParaRPr lang="en-US"/>
        </a:p>
      </dgm:t>
    </dgm:pt>
    <dgm:pt modelId="{B69AB9C7-05DF-4A2F-AA27-C53E8D27B754}" type="sibTrans" cxnId="{D6000023-6166-4BC0-8BD1-436F59A09AE0}">
      <dgm:prSet/>
      <dgm:spPr/>
      <dgm:t>
        <a:bodyPr/>
        <a:lstStyle/>
        <a:p>
          <a:endParaRPr lang="en-US"/>
        </a:p>
      </dgm:t>
    </dgm:pt>
    <dgm:pt modelId="{677148D2-0C46-45A8-BCAD-1536E26DF2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 all core goals</a:t>
          </a:r>
          <a:endParaRPr lang="en-US" dirty="0"/>
        </a:p>
      </dgm:t>
    </dgm:pt>
    <dgm:pt modelId="{876FCB1A-48B5-49D7-B691-C34979B516E6}" type="parTrans" cxnId="{5D770195-7BF3-4236-A013-4B571F63A6FF}">
      <dgm:prSet/>
      <dgm:spPr/>
      <dgm:t>
        <a:bodyPr/>
        <a:lstStyle/>
        <a:p>
          <a:endParaRPr lang="en-US"/>
        </a:p>
      </dgm:t>
    </dgm:pt>
    <dgm:pt modelId="{185624DE-01E3-400A-9DA4-DAD0F2A51564}" type="sibTrans" cxnId="{5D770195-7BF3-4236-A013-4B571F63A6FF}">
      <dgm:prSet/>
      <dgm:spPr/>
      <dgm:t>
        <a:bodyPr/>
        <a:lstStyle/>
        <a:p>
          <a:endParaRPr lang="en-US"/>
        </a:p>
      </dgm:t>
    </dgm:pt>
    <dgm:pt modelId="{5BC7027F-0A67-4983-AE71-5D7370B0B8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Ready for future enhancements: payments, analytics, calendar sync</a:t>
          </a:r>
        </a:p>
      </dgm:t>
    </dgm:pt>
    <dgm:pt modelId="{45986D83-5F74-4E29-82C0-A971AE4BC386}" type="parTrans" cxnId="{3F6189F3-FAE5-4E77-9B7E-29B1DE41A9DD}">
      <dgm:prSet/>
      <dgm:spPr/>
      <dgm:t>
        <a:bodyPr/>
        <a:lstStyle/>
        <a:p>
          <a:endParaRPr lang="en-US"/>
        </a:p>
      </dgm:t>
    </dgm:pt>
    <dgm:pt modelId="{45ED3481-2699-41DE-9D0D-80BC92D2453B}" type="sibTrans" cxnId="{3F6189F3-FAE5-4E77-9B7E-29B1DE41A9DD}">
      <dgm:prSet/>
      <dgm:spPr/>
      <dgm:t>
        <a:bodyPr/>
        <a:lstStyle/>
        <a:p>
          <a:endParaRPr lang="en-US"/>
        </a:p>
      </dgm:t>
    </dgm:pt>
    <dgm:pt modelId="{DF7DEA9F-8F5B-4A3C-AE5F-73B9CAABE671}" type="pres">
      <dgm:prSet presAssocID="{B6EEA198-7DA2-4607-AD14-A316300C6491}" presName="vert0" presStyleCnt="0">
        <dgm:presLayoutVars>
          <dgm:dir/>
          <dgm:animOne val="branch"/>
          <dgm:animLvl val="lvl"/>
        </dgm:presLayoutVars>
      </dgm:prSet>
      <dgm:spPr/>
    </dgm:pt>
    <dgm:pt modelId="{8450FB7F-EA27-4666-8E23-B3CB225C9799}" type="pres">
      <dgm:prSet presAssocID="{04754E28-4FE2-4B49-A9F7-37A957F41917}" presName="thickLine" presStyleLbl="alignNode1" presStyleIdx="0" presStyleCnt="3"/>
      <dgm:spPr/>
    </dgm:pt>
    <dgm:pt modelId="{771E9C54-4A5F-4C33-AFE1-538E6B00C2B9}" type="pres">
      <dgm:prSet presAssocID="{04754E28-4FE2-4B49-A9F7-37A957F41917}" presName="horz1" presStyleCnt="0"/>
      <dgm:spPr/>
    </dgm:pt>
    <dgm:pt modelId="{D9CF6687-33C3-453F-AE67-95FEE44D71A1}" type="pres">
      <dgm:prSet presAssocID="{04754E28-4FE2-4B49-A9F7-37A957F41917}" presName="tx1" presStyleLbl="revTx" presStyleIdx="0" presStyleCnt="3"/>
      <dgm:spPr/>
    </dgm:pt>
    <dgm:pt modelId="{390E1A17-4072-462A-91C8-07CC205309C2}" type="pres">
      <dgm:prSet presAssocID="{04754E28-4FE2-4B49-A9F7-37A957F41917}" presName="vert1" presStyleCnt="0"/>
      <dgm:spPr/>
    </dgm:pt>
    <dgm:pt modelId="{83C1B765-67F9-4E0C-829A-46D62919A87D}" type="pres">
      <dgm:prSet presAssocID="{677148D2-0C46-45A8-BCAD-1536E26DF291}" presName="thickLine" presStyleLbl="alignNode1" presStyleIdx="1" presStyleCnt="3"/>
      <dgm:spPr/>
    </dgm:pt>
    <dgm:pt modelId="{F5DCFC17-ED3A-4C39-838B-DE516F2CBDCE}" type="pres">
      <dgm:prSet presAssocID="{677148D2-0C46-45A8-BCAD-1536E26DF291}" presName="horz1" presStyleCnt="0"/>
      <dgm:spPr/>
    </dgm:pt>
    <dgm:pt modelId="{5F3CA968-B09F-48FB-AAB2-7439EF3E6DB2}" type="pres">
      <dgm:prSet presAssocID="{677148D2-0C46-45A8-BCAD-1536E26DF291}" presName="tx1" presStyleLbl="revTx" presStyleIdx="1" presStyleCnt="3"/>
      <dgm:spPr/>
    </dgm:pt>
    <dgm:pt modelId="{8D6F822C-4470-4AA2-94A7-EFDD7F50DD27}" type="pres">
      <dgm:prSet presAssocID="{677148D2-0C46-45A8-BCAD-1536E26DF291}" presName="vert1" presStyleCnt="0"/>
      <dgm:spPr/>
    </dgm:pt>
    <dgm:pt modelId="{9D6303DF-56A2-41E4-80F3-F9514A77779B}" type="pres">
      <dgm:prSet presAssocID="{5BC7027F-0A67-4983-AE71-5D7370B0B84A}" presName="thickLine" presStyleLbl="alignNode1" presStyleIdx="2" presStyleCnt="3"/>
      <dgm:spPr/>
    </dgm:pt>
    <dgm:pt modelId="{C7953CB5-0959-4DBD-B8F7-2973AF9436E1}" type="pres">
      <dgm:prSet presAssocID="{5BC7027F-0A67-4983-AE71-5D7370B0B84A}" presName="horz1" presStyleCnt="0"/>
      <dgm:spPr/>
    </dgm:pt>
    <dgm:pt modelId="{2280B85A-03FA-407E-B8DB-A3470960E1CF}" type="pres">
      <dgm:prSet presAssocID="{5BC7027F-0A67-4983-AE71-5D7370B0B84A}" presName="tx1" presStyleLbl="revTx" presStyleIdx="2" presStyleCnt="3"/>
      <dgm:spPr/>
    </dgm:pt>
    <dgm:pt modelId="{3EBA6A0A-8C3E-4D5C-8482-14575284C9DF}" type="pres">
      <dgm:prSet presAssocID="{5BC7027F-0A67-4983-AE71-5D7370B0B84A}" presName="vert1" presStyleCnt="0"/>
      <dgm:spPr/>
    </dgm:pt>
  </dgm:ptLst>
  <dgm:cxnLst>
    <dgm:cxn modelId="{D6000023-6166-4BC0-8BD1-436F59A09AE0}" srcId="{B6EEA198-7DA2-4607-AD14-A316300C6491}" destId="{04754E28-4FE2-4B49-A9F7-37A957F41917}" srcOrd="0" destOrd="0" parTransId="{FB064B09-174F-4898-B64E-7F6AD175C430}" sibTransId="{B69AB9C7-05DF-4A2F-AA27-C53E8D27B754}"/>
    <dgm:cxn modelId="{B5DDA14C-2C79-4383-9B5C-B1E87BA6CFE2}" type="presOf" srcId="{5BC7027F-0A67-4983-AE71-5D7370B0B84A}" destId="{2280B85A-03FA-407E-B8DB-A3470960E1CF}" srcOrd="0" destOrd="0" presId="urn:microsoft.com/office/officeart/2008/layout/LinedList"/>
    <dgm:cxn modelId="{57880F4E-1672-4814-846C-5958A160FC7A}" type="presOf" srcId="{B6EEA198-7DA2-4607-AD14-A316300C6491}" destId="{DF7DEA9F-8F5B-4A3C-AE5F-73B9CAABE671}" srcOrd="0" destOrd="0" presId="urn:microsoft.com/office/officeart/2008/layout/LinedList"/>
    <dgm:cxn modelId="{D5252293-1D85-4AD7-89E5-47CCFF188584}" type="presOf" srcId="{04754E28-4FE2-4B49-A9F7-37A957F41917}" destId="{D9CF6687-33C3-453F-AE67-95FEE44D71A1}" srcOrd="0" destOrd="0" presId="urn:microsoft.com/office/officeart/2008/layout/LinedList"/>
    <dgm:cxn modelId="{5D770195-7BF3-4236-A013-4B571F63A6FF}" srcId="{B6EEA198-7DA2-4607-AD14-A316300C6491}" destId="{677148D2-0C46-45A8-BCAD-1536E26DF291}" srcOrd="1" destOrd="0" parTransId="{876FCB1A-48B5-49D7-B691-C34979B516E6}" sibTransId="{185624DE-01E3-400A-9DA4-DAD0F2A51564}"/>
    <dgm:cxn modelId="{866CEBAA-E2B3-4A10-A021-2F3380CF2454}" type="presOf" srcId="{677148D2-0C46-45A8-BCAD-1536E26DF291}" destId="{5F3CA968-B09F-48FB-AAB2-7439EF3E6DB2}" srcOrd="0" destOrd="0" presId="urn:microsoft.com/office/officeart/2008/layout/LinedList"/>
    <dgm:cxn modelId="{3F6189F3-FAE5-4E77-9B7E-29B1DE41A9DD}" srcId="{B6EEA198-7DA2-4607-AD14-A316300C6491}" destId="{5BC7027F-0A67-4983-AE71-5D7370B0B84A}" srcOrd="2" destOrd="0" parTransId="{45986D83-5F74-4E29-82C0-A971AE4BC386}" sibTransId="{45ED3481-2699-41DE-9D0D-80BC92D2453B}"/>
    <dgm:cxn modelId="{089B9D05-C733-4CFA-9B42-AF2AE44DD515}" type="presParOf" srcId="{DF7DEA9F-8F5B-4A3C-AE5F-73B9CAABE671}" destId="{8450FB7F-EA27-4666-8E23-B3CB225C9799}" srcOrd="0" destOrd="0" presId="urn:microsoft.com/office/officeart/2008/layout/LinedList"/>
    <dgm:cxn modelId="{A5A8D360-414F-41FF-BBA5-6EC8E0EBE574}" type="presParOf" srcId="{DF7DEA9F-8F5B-4A3C-AE5F-73B9CAABE671}" destId="{771E9C54-4A5F-4C33-AFE1-538E6B00C2B9}" srcOrd="1" destOrd="0" presId="urn:microsoft.com/office/officeart/2008/layout/LinedList"/>
    <dgm:cxn modelId="{BB17CF1B-E401-4E6B-A331-E38CF760ED31}" type="presParOf" srcId="{771E9C54-4A5F-4C33-AFE1-538E6B00C2B9}" destId="{D9CF6687-33C3-453F-AE67-95FEE44D71A1}" srcOrd="0" destOrd="0" presId="urn:microsoft.com/office/officeart/2008/layout/LinedList"/>
    <dgm:cxn modelId="{601E8C0A-9FF3-41D5-B38F-D1D68F4AD7A4}" type="presParOf" srcId="{771E9C54-4A5F-4C33-AFE1-538E6B00C2B9}" destId="{390E1A17-4072-462A-91C8-07CC205309C2}" srcOrd="1" destOrd="0" presId="urn:microsoft.com/office/officeart/2008/layout/LinedList"/>
    <dgm:cxn modelId="{C665B4AD-06B3-496A-9C26-A3D413D44E79}" type="presParOf" srcId="{DF7DEA9F-8F5B-4A3C-AE5F-73B9CAABE671}" destId="{83C1B765-67F9-4E0C-829A-46D62919A87D}" srcOrd="2" destOrd="0" presId="urn:microsoft.com/office/officeart/2008/layout/LinedList"/>
    <dgm:cxn modelId="{967BA13D-BB95-474A-9D2D-37032CA561C6}" type="presParOf" srcId="{DF7DEA9F-8F5B-4A3C-AE5F-73B9CAABE671}" destId="{F5DCFC17-ED3A-4C39-838B-DE516F2CBDCE}" srcOrd="3" destOrd="0" presId="urn:microsoft.com/office/officeart/2008/layout/LinedList"/>
    <dgm:cxn modelId="{25EA97F5-292F-4F7F-A2DA-4B527C8A87D3}" type="presParOf" srcId="{F5DCFC17-ED3A-4C39-838B-DE516F2CBDCE}" destId="{5F3CA968-B09F-48FB-AAB2-7439EF3E6DB2}" srcOrd="0" destOrd="0" presId="urn:microsoft.com/office/officeart/2008/layout/LinedList"/>
    <dgm:cxn modelId="{78ABD5D2-5F12-4E4C-BDA5-5748F9CA7024}" type="presParOf" srcId="{F5DCFC17-ED3A-4C39-838B-DE516F2CBDCE}" destId="{8D6F822C-4470-4AA2-94A7-EFDD7F50DD27}" srcOrd="1" destOrd="0" presId="urn:microsoft.com/office/officeart/2008/layout/LinedList"/>
    <dgm:cxn modelId="{B61D59DC-1DF0-4AB4-A6DA-FCC26CA9EE67}" type="presParOf" srcId="{DF7DEA9F-8F5B-4A3C-AE5F-73B9CAABE671}" destId="{9D6303DF-56A2-41E4-80F3-F9514A77779B}" srcOrd="4" destOrd="0" presId="urn:microsoft.com/office/officeart/2008/layout/LinedList"/>
    <dgm:cxn modelId="{AA0230C3-9184-4C9E-879D-2109EC5ECE80}" type="presParOf" srcId="{DF7DEA9F-8F5B-4A3C-AE5F-73B9CAABE671}" destId="{C7953CB5-0959-4DBD-B8F7-2973AF9436E1}" srcOrd="5" destOrd="0" presId="urn:microsoft.com/office/officeart/2008/layout/LinedList"/>
    <dgm:cxn modelId="{2B74E725-152A-4857-A3A6-0BE3B06B9008}" type="presParOf" srcId="{C7953CB5-0959-4DBD-B8F7-2973AF9436E1}" destId="{2280B85A-03FA-407E-B8DB-A3470960E1CF}" srcOrd="0" destOrd="0" presId="urn:microsoft.com/office/officeart/2008/layout/LinedList"/>
    <dgm:cxn modelId="{76E84DC7-ED04-4AFC-AA45-A1CDB72F0368}" type="presParOf" srcId="{C7953CB5-0959-4DBD-B8F7-2973AF9436E1}" destId="{3EBA6A0A-8C3E-4D5C-8482-14575284C9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12DDE-5C05-4843-9143-A89AB22F4548}">
      <dsp:nvSpPr>
        <dsp:cNvPr id="0" name=""/>
        <dsp:cNvSpPr/>
      </dsp:nvSpPr>
      <dsp:spPr>
        <a:xfrm>
          <a:off x="1325980" y="51218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55605" y="556381"/>
        <a:ext cx="15255" cy="3051"/>
      </dsp:txXfrm>
    </dsp:sp>
    <dsp:sp modelId="{8DCD9B5D-534B-4DFD-8818-2039EECD140A}">
      <dsp:nvSpPr>
        <dsp:cNvPr id="0" name=""/>
        <dsp:cNvSpPr/>
      </dsp:nvSpPr>
      <dsp:spPr>
        <a:xfrm>
          <a:off x="1238" y="15994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Introduction</a:t>
          </a:r>
        </a:p>
      </dsp:txBody>
      <dsp:txXfrm>
        <a:off x="1238" y="159944"/>
        <a:ext cx="1326542" cy="795925"/>
      </dsp:txXfrm>
    </dsp:sp>
    <dsp:sp modelId="{91B617A9-CF54-4F18-A8D2-AF278AE7533C}">
      <dsp:nvSpPr>
        <dsp:cNvPr id="0" name=""/>
        <dsp:cNvSpPr/>
      </dsp:nvSpPr>
      <dsp:spPr>
        <a:xfrm>
          <a:off x="2957628" y="51218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1259807"/>
              <a:satOff val="0"/>
              <a:lumOff val="21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87252" y="556381"/>
        <a:ext cx="15255" cy="3051"/>
      </dsp:txXfrm>
    </dsp:sp>
    <dsp:sp modelId="{09E9240C-0731-449A-A2DE-618279B951C1}">
      <dsp:nvSpPr>
        <dsp:cNvPr id="0" name=""/>
        <dsp:cNvSpPr/>
      </dsp:nvSpPr>
      <dsp:spPr>
        <a:xfrm>
          <a:off x="1632885" y="15994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1119828"/>
                <a:satOff val="0"/>
                <a:lumOff val="19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19828"/>
                <a:satOff val="0"/>
                <a:lumOff val="19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19828"/>
                <a:satOff val="0"/>
                <a:lumOff val="19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 Formulation</a:t>
          </a:r>
        </a:p>
      </dsp:txBody>
      <dsp:txXfrm>
        <a:off x="1632885" y="159944"/>
        <a:ext cx="1326542" cy="795925"/>
      </dsp:txXfrm>
    </dsp:sp>
    <dsp:sp modelId="{9292C55C-BB76-40E4-91C6-544F3199E8A9}">
      <dsp:nvSpPr>
        <dsp:cNvPr id="0" name=""/>
        <dsp:cNvSpPr/>
      </dsp:nvSpPr>
      <dsp:spPr>
        <a:xfrm>
          <a:off x="4589275" y="51218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2519613"/>
              <a:satOff val="0"/>
              <a:lumOff val="436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8900" y="556381"/>
        <a:ext cx="15255" cy="3051"/>
      </dsp:txXfrm>
    </dsp:sp>
    <dsp:sp modelId="{90B50CB8-46E2-4CF6-AFED-413A07784DAB}">
      <dsp:nvSpPr>
        <dsp:cNvPr id="0" name=""/>
        <dsp:cNvSpPr/>
      </dsp:nvSpPr>
      <dsp:spPr>
        <a:xfrm>
          <a:off x="3264532" y="15994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2239656"/>
                <a:satOff val="0"/>
                <a:lumOff val="38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239656"/>
                <a:satOff val="0"/>
                <a:lumOff val="38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239656"/>
                <a:satOff val="0"/>
                <a:lumOff val="38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Requirement Specification</a:t>
          </a:r>
        </a:p>
      </dsp:txBody>
      <dsp:txXfrm>
        <a:off x="3264532" y="159944"/>
        <a:ext cx="1326542" cy="795925"/>
      </dsp:txXfrm>
    </dsp:sp>
    <dsp:sp modelId="{7CD61E3B-3636-4A2B-9B11-5508E4CC5281}">
      <dsp:nvSpPr>
        <dsp:cNvPr id="0" name=""/>
        <dsp:cNvSpPr/>
      </dsp:nvSpPr>
      <dsp:spPr>
        <a:xfrm>
          <a:off x="664509" y="954069"/>
          <a:ext cx="4894941" cy="274504"/>
        </a:xfrm>
        <a:custGeom>
          <a:avLst/>
          <a:gdLst/>
          <a:ahLst/>
          <a:cxnLst/>
          <a:rect l="0" t="0" r="0" b="0"/>
          <a:pathLst>
            <a:path>
              <a:moveTo>
                <a:pt x="4894941" y="0"/>
              </a:moveTo>
              <a:lnTo>
                <a:pt x="4894941" y="154352"/>
              </a:lnTo>
              <a:lnTo>
                <a:pt x="0" y="154352"/>
              </a:lnTo>
              <a:lnTo>
                <a:pt x="0" y="274504"/>
              </a:lnTo>
            </a:path>
          </a:pathLst>
        </a:custGeom>
        <a:noFill/>
        <a:ln w="6350" cap="flat" cmpd="sng" algn="ctr">
          <a:solidFill>
            <a:schemeClr val="accent2">
              <a:hueOff val="-3779420"/>
              <a:satOff val="0"/>
              <a:lumOff val="654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500" kern="1200"/>
        </a:p>
      </dsp:txBody>
      <dsp:txXfrm>
        <a:off x="2989369" y="1089796"/>
        <a:ext cx="245222" cy="3051"/>
      </dsp:txXfrm>
    </dsp:sp>
    <dsp:sp modelId="{3C84A06D-FF53-4118-80D7-248812640C86}">
      <dsp:nvSpPr>
        <dsp:cNvPr id="0" name=""/>
        <dsp:cNvSpPr/>
      </dsp:nvSpPr>
      <dsp:spPr>
        <a:xfrm>
          <a:off x="4896180" y="15994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3359484"/>
                <a:satOff val="0"/>
                <a:lumOff val="5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359484"/>
                <a:satOff val="0"/>
                <a:lumOff val="5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359484"/>
                <a:satOff val="0"/>
                <a:lumOff val="5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Architecture &amp; structure</a:t>
          </a:r>
        </a:p>
      </dsp:txBody>
      <dsp:txXfrm>
        <a:off x="4896180" y="159944"/>
        <a:ext cx="1326542" cy="795925"/>
      </dsp:txXfrm>
    </dsp:sp>
    <dsp:sp modelId="{28FCEAEC-1E6D-45CF-993A-7104FBDD04AC}">
      <dsp:nvSpPr>
        <dsp:cNvPr id="0" name=""/>
        <dsp:cNvSpPr/>
      </dsp:nvSpPr>
      <dsp:spPr>
        <a:xfrm>
          <a:off x="1325980" y="161321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5039226"/>
              <a:satOff val="0"/>
              <a:lumOff val="87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500" kern="1200"/>
        </a:p>
      </dsp:txBody>
      <dsp:txXfrm>
        <a:off x="1455605" y="1657411"/>
        <a:ext cx="15255" cy="3051"/>
      </dsp:txXfrm>
    </dsp:sp>
    <dsp:sp modelId="{4E7C1F9F-E085-47B4-B54C-F0949275FC59}">
      <dsp:nvSpPr>
        <dsp:cNvPr id="0" name=""/>
        <dsp:cNvSpPr/>
      </dsp:nvSpPr>
      <dsp:spPr>
        <a:xfrm>
          <a:off x="1238" y="126097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4479312"/>
                <a:satOff val="0"/>
                <a:lumOff val="77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479312"/>
                <a:satOff val="0"/>
                <a:lumOff val="77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479312"/>
                <a:satOff val="0"/>
                <a:lumOff val="77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LiveDemo</a:t>
          </a:r>
          <a:endParaRPr lang="en-US" sz="1600" kern="1200" dirty="0"/>
        </a:p>
      </dsp:txBody>
      <dsp:txXfrm>
        <a:off x="1238" y="1260974"/>
        <a:ext cx="1326542" cy="795925"/>
      </dsp:txXfrm>
    </dsp:sp>
    <dsp:sp modelId="{47233474-C988-4E42-B7B6-B90A3AF121AA}">
      <dsp:nvSpPr>
        <dsp:cNvPr id="0" name=""/>
        <dsp:cNvSpPr/>
      </dsp:nvSpPr>
      <dsp:spPr>
        <a:xfrm>
          <a:off x="2957628" y="161321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6299033"/>
              <a:satOff val="0"/>
              <a:lumOff val="1090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87252" y="1657411"/>
        <a:ext cx="15255" cy="3051"/>
      </dsp:txXfrm>
    </dsp:sp>
    <dsp:sp modelId="{BC7E20D0-FF25-4DBA-B236-64CFACAE95C4}">
      <dsp:nvSpPr>
        <dsp:cNvPr id="0" name=""/>
        <dsp:cNvSpPr/>
      </dsp:nvSpPr>
      <dsp:spPr>
        <a:xfrm>
          <a:off x="1632885" y="126097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5599140"/>
                <a:satOff val="0"/>
                <a:lumOff val="96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599140"/>
                <a:satOff val="0"/>
                <a:lumOff val="96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599140"/>
                <a:satOff val="0"/>
                <a:lumOff val="96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Technology Choice </a:t>
          </a:r>
        </a:p>
      </dsp:txBody>
      <dsp:txXfrm>
        <a:off x="1632885" y="1260974"/>
        <a:ext cx="1326542" cy="795925"/>
      </dsp:txXfrm>
    </dsp:sp>
    <dsp:sp modelId="{90F18820-2AD5-46E1-8835-D48612ADEB72}">
      <dsp:nvSpPr>
        <dsp:cNvPr id="0" name=""/>
        <dsp:cNvSpPr/>
      </dsp:nvSpPr>
      <dsp:spPr>
        <a:xfrm>
          <a:off x="4589275" y="161321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7558840"/>
              <a:satOff val="0"/>
              <a:lumOff val="1308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8900" y="1657411"/>
        <a:ext cx="15255" cy="3051"/>
      </dsp:txXfrm>
    </dsp:sp>
    <dsp:sp modelId="{7C4AF823-28C4-45B9-A608-BD435A31FAEE}">
      <dsp:nvSpPr>
        <dsp:cNvPr id="0" name=""/>
        <dsp:cNvSpPr/>
      </dsp:nvSpPr>
      <dsp:spPr>
        <a:xfrm>
          <a:off x="3264532" y="126097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6718969"/>
                <a:satOff val="0"/>
                <a:lumOff val="116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718969"/>
                <a:satOff val="0"/>
                <a:lumOff val="116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718969"/>
                <a:satOff val="0"/>
                <a:lumOff val="116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Project Plan</a:t>
          </a:r>
        </a:p>
      </dsp:txBody>
      <dsp:txXfrm>
        <a:off x="3264532" y="1260974"/>
        <a:ext cx="1326542" cy="795925"/>
      </dsp:txXfrm>
    </dsp:sp>
    <dsp:sp modelId="{4B33CC3F-12BB-4D0B-A14A-0AFC0376E4EE}">
      <dsp:nvSpPr>
        <dsp:cNvPr id="0" name=""/>
        <dsp:cNvSpPr/>
      </dsp:nvSpPr>
      <dsp:spPr>
        <a:xfrm>
          <a:off x="664509" y="2055100"/>
          <a:ext cx="4894941" cy="274504"/>
        </a:xfrm>
        <a:custGeom>
          <a:avLst/>
          <a:gdLst/>
          <a:ahLst/>
          <a:cxnLst/>
          <a:rect l="0" t="0" r="0" b="0"/>
          <a:pathLst>
            <a:path>
              <a:moveTo>
                <a:pt x="4894941" y="0"/>
              </a:moveTo>
              <a:lnTo>
                <a:pt x="4894941" y="154352"/>
              </a:lnTo>
              <a:lnTo>
                <a:pt x="0" y="154352"/>
              </a:lnTo>
              <a:lnTo>
                <a:pt x="0" y="274504"/>
              </a:lnTo>
            </a:path>
          </a:pathLst>
        </a:custGeom>
        <a:noFill/>
        <a:ln w="6350" cap="flat" cmpd="sng" algn="ctr">
          <a:solidFill>
            <a:schemeClr val="accent2">
              <a:hueOff val="-8818646"/>
              <a:satOff val="0"/>
              <a:lumOff val="152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500" kern="1200"/>
        </a:p>
      </dsp:txBody>
      <dsp:txXfrm>
        <a:off x="2989369" y="2190827"/>
        <a:ext cx="245222" cy="3051"/>
      </dsp:txXfrm>
    </dsp:sp>
    <dsp:sp modelId="{0DF35172-1D7F-4AFE-A115-E99DFD112C2D}">
      <dsp:nvSpPr>
        <dsp:cNvPr id="0" name=""/>
        <dsp:cNvSpPr/>
      </dsp:nvSpPr>
      <dsp:spPr>
        <a:xfrm>
          <a:off x="4896180" y="1260974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7838796"/>
                <a:satOff val="0"/>
                <a:lumOff val="135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838796"/>
                <a:satOff val="0"/>
                <a:lumOff val="135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838796"/>
                <a:satOff val="0"/>
                <a:lumOff val="135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Logbook &amp; lessons learned</a:t>
          </a:r>
        </a:p>
      </dsp:txBody>
      <dsp:txXfrm>
        <a:off x="4896180" y="1260974"/>
        <a:ext cx="1326542" cy="795925"/>
      </dsp:txXfrm>
    </dsp:sp>
    <dsp:sp modelId="{CC05C9BC-DAB8-42A2-89C7-7A0AA0CA93CC}">
      <dsp:nvSpPr>
        <dsp:cNvPr id="0" name=""/>
        <dsp:cNvSpPr/>
      </dsp:nvSpPr>
      <dsp:spPr>
        <a:xfrm>
          <a:off x="1325980" y="2714247"/>
          <a:ext cx="2745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504" y="45720"/>
              </a:lnTo>
            </a:path>
          </a:pathLst>
        </a:custGeom>
        <a:noFill/>
        <a:ln w="6350" cap="flat" cmpd="sng" algn="ctr">
          <a:solidFill>
            <a:schemeClr val="accent2">
              <a:hueOff val="-10078453"/>
              <a:satOff val="0"/>
              <a:lumOff val="174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500" kern="1200"/>
        </a:p>
      </dsp:txBody>
      <dsp:txXfrm>
        <a:off x="1455605" y="2758442"/>
        <a:ext cx="15255" cy="3051"/>
      </dsp:txXfrm>
    </dsp:sp>
    <dsp:sp modelId="{727B08F0-5938-4EC7-9C43-9D6FAD0081FE}">
      <dsp:nvSpPr>
        <dsp:cNvPr id="0" name=""/>
        <dsp:cNvSpPr/>
      </dsp:nvSpPr>
      <dsp:spPr>
        <a:xfrm>
          <a:off x="1238" y="2362005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8958625"/>
                <a:satOff val="0"/>
                <a:lumOff val="155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958625"/>
                <a:satOff val="0"/>
                <a:lumOff val="155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958625"/>
                <a:satOff val="0"/>
                <a:lumOff val="155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Conclusion</a:t>
          </a:r>
        </a:p>
      </dsp:txBody>
      <dsp:txXfrm>
        <a:off x="1238" y="2362005"/>
        <a:ext cx="1326542" cy="795925"/>
      </dsp:txXfrm>
    </dsp:sp>
    <dsp:sp modelId="{8F85762D-D400-4DCB-B24C-2157BB711B5C}">
      <dsp:nvSpPr>
        <dsp:cNvPr id="0" name=""/>
        <dsp:cNvSpPr/>
      </dsp:nvSpPr>
      <dsp:spPr>
        <a:xfrm>
          <a:off x="1632885" y="2362005"/>
          <a:ext cx="1326542" cy="795925"/>
        </a:xfrm>
        <a:prstGeom prst="rect">
          <a:avLst/>
        </a:prstGeom>
        <a:gradFill rotWithShape="0">
          <a:gsLst>
            <a:gs pos="0">
              <a:schemeClr val="accent2">
                <a:hueOff val="-10078453"/>
                <a:satOff val="0"/>
                <a:lumOff val="17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078453"/>
                <a:satOff val="0"/>
                <a:lumOff val="17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078453"/>
                <a:satOff val="0"/>
                <a:lumOff val="17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002" tIns="68231" rIns="65002" bIns="6823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Question and suggestion</a:t>
          </a:r>
        </a:p>
      </dsp:txBody>
      <dsp:txXfrm>
        <a:off x="1632885" y="2362005"/>
        <a:ext cx="1326542" cy="7959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55F82-C139-4D69-8B93-CE55E672CA85}">
      <dsp:nvSpPr>
        <dsp:cNvPr id="0" name=""/>
        <dsp:cNvSpPr/>
      </dsp:nvSpPr>
      <dsp:spPr>
        <a:xfrm>
          <a:off x="0" y="0"/>
          <a:ext cx="4746072" cy="720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Dikshya Singh Shah</a:t>
          </a:r>
          <a:endParaRPr lang="en-US" sz="2000" kern="1200"/>
        </a:p>
      </dsp:txBody>
      <dsp:txXfrm>
        <a:off x="21097" y="21097"/>
        <a:ext cx="3907924" cy="678126"/>
      </dsp:txXfrm>
    </dsp:sp>
    <dsp:sp modelId="{BE3FD99A-8A5A-4E3B-BDF0-B83DD094630D}">
      <dsp:nvSpPr>
        <dsp:cNvPr id="0" name=""/>
        <dsp:cNvSpPr/>
      </dsp:nvSpPr>
      <dsp:spPr>
        <a:xfrm>
          <a:off x="397483" y="851287"/>
          <a:ext cx="4746072" cy="720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59484"/>
                <a:satOff val="0"/>
                <a:lumOff val="5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359484"/>
                <a:satOff val="0"/>
                <a:lumOff val="5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359484"/>
                <a:satOff val="0"/>
                <a:lumOff val="5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Full-stack Developer | Student at TEC Ballerup</a:t>
          </a:r>
          <a:endParaRPr lang="en-US" sz="2000" kern="1200"/>
        </a:p>
      </dsp:txBody>
      <dsp:txXfrm>
        <a:off x="418580" y="872384"/>
        <a:ext cx="3838187" cy="678126"/>
      </dsp:txXfrm>
    </dsp:sp>
    <dsp:sp modelId="{1B4D1589-D4BB-468F-BF2A-C0AB62AC4AA1}">
      <dsp:nvSpPr>
        <dsp:cNvPr id="0" name=""/>
        <dsp:cNvSpPr/>
      </dsp:nvSpPr>
      <dsp:spPr>
        <a:xfrm>
          <a:off x="789034" y="1702575"/>
          <a:ext cx="4746072" cy="720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718969"/>
                <a:satOff val="0"/>
                <a:lumOff val="116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718969"/>
                <a:satOff val="0"/>
                <a:lumOff val="116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718969"/>
                <a:satOff val="0"/>
                <a:lumOff val="116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Mother of two </a:t>
          </a:r>
          <a:endParaRPr lang="en-US" sz="2000" kern="1200" dirty="0"/>
        </a:p>
      </dsp:txBody>
      <dsp:txXfrm>
        <a:off x="810131" y="1723672"/>
        <a:ext cx="3844119" cy="678126"/>
      </dsp:txXfrm>
    </dsp:sp>
    <dsp:sp modelId="{EFBA2D44-7945-4384-ABC8-14938D98EF1A}">
      <dsp:nvSpPr>
        <dsp:cNvPr id="0" name=""/>
        <dsp:cNvSpPr/>
      </dsp:nvSpPr>
      <dsp:spPr>
        <a:xfrm>
          <a:off x="1186518" y="2553862"/>
          <a:ext cx="4746072" cy="720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078453"/>
                <a:satOff val="0"/>
                <a:lumOff val="174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078453"/>
                <a:satOff val="0"/>
                <a:lumOff val="174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078453"/>
                <a:satOff val="0"/>
                <a:lumOff val="174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Contributed to full system architecture and development</a:t>
          </a:r>
          <a:endParaRPr lang="en-US" sz="2000" kern="1200" dirty="0"/>
        </a:p>
      </dsp:txBody>
      <dsp:txXfrm>
        <a:off x="1207615" y="2574959"/>
        <a:ext cx="3838187" cy="678126"/>
      </dsp:txXfrm>
    </dsp:sp>
    <dsp:sp modelId="{5D5C8B01-021D-4722-AD9E-EF9F4D5D21D2}">
      <dsp:nvSpPr>
        <dsp:cNvPr id="0" name=""/>
        <dsp:cNvSpPr/>
      </dsp:nvSpPr>
      <dsp:spPr>
        <a:xfrm>
          <a:off x="4277864" y="551699"/>
          <a:ext cx="468208" cy="4682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383211" y="551699"/>
        <a:ext cx="257514" cy="352327"/>
      </dsp:txXfrm>
    </dsp:sp>
    <dsp:sp modelId="{10079297-E5CA-47CC-8421-B416F49171EB}">
      <dsp:nvSpPr>
        <dsp:cNvPr id="0" name=""/>
        <dsp:cNvSpPr/>
      </dsp:nvSpPr>
      <dsp:spPr>
        <a:xfrm>
          <a:off x="4675348" y="1402987"/>
          <a:ext cx="468208" cy="4682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440703"/>
            <a:satOff val="28233"/>
            <a:lumOff val="207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5440703"/>
              <a:satOff val="28233"/>
              <a:lumOff val="207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780695" y="1402987"/>
        <a:ext cx="257514" cy="352327"/>
      </dsp:txXfrm>
    </dsp:sp>
    <dsp:sp modelId="{003021FF-9F7F-47E4-A745-B9FB3962C287}">
      <dsp:nvSpPr>
        <dsp:cNvPr id="0" name=""/>
        <dsp:cNvSpPr/>
      </dsp:nvSpPr>
      <dsp:spPr>
        <a:xfrm>
          <a:off x="5066899" y="2254274"/>
          <a:ext cx="468208" cy="4682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881405"/>
            <a:satOff val="56466"/>
            <a:lumOff val="4158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0881405"/>
              <a:satOff val="56466"/>
              <a:lumOff val="415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172246" y="2254274"/>
        <a:ext cx="257514" cy="3523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4647D-ECCD-4022-BD6D-A38B31F4C624}">
      <dsp:nvSpPr>
        <dsp:cNvPr id="0" name=""/>
        <dsp:cNvSpPr/>
      </dsp:nvSpPr>
      <dsp:spPr>
        <a:xfrm>
          <a:off x="0" y="405"/>
          <a:ext cx="6223961" cy="9477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1D054-B56E-44B0-B0FF-206F5055A059}">
      <dsp:nvSpPr>
        <dsp:cNvPr id="0" name=""/>
        <dsp:cNvSpPr/>
      </dsp:nvSpPr>
      <dsp:spPr>
        <a:xfrm>
          <a:off x="286689" y="213644"/>
          <a:ext cx="521253" cy="521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67FDD-FFD7-4334-8710-9314AF40E4FE}">
      <dsp:nvSpPr>
        <dsp:cNvPr id="0" name=""/>
        <dsp:cNvSpPr/>
      </dsp:nvSpPr>
      <dsp:spPr>
        <a:xfrm>
          <a:off x="1094631" y="405"/>
          <a:ext cx="5129329" cy="94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302" tIns="100302" rIns="100302" bIns="1003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 dirty="0">
              <a:solidFill>
                <a:schemeClr val="accent3">
                  <a:lumMod val="75000"/>
                </a:schemeClr>
              </a:solidFill>
            </a:rPr>
            <a:t>Dixen: </a:t>
          </a:r>
          <a:r>
            <a:rPr lang="da-DK" sz="2500" kern="1200" baseline="0" dirty="0"/>
            <a:t>All-in-one event management system</a:t>
          </a:r>
          <a:endParaRPr lang="en-US" sz="2500" kern="1200" dirty="0"/>
        </a:p>
      </dsp:txBody>
      <dsp:txXfrm>
        <a:off x="1094631" y="405"/>
        <a:ext cx="5129329" cy="947732"/>
      </dsp:txXfrm>
    </dsp:sp>
    <dsp:sp modelId="{F266BEA1-0371-4299-827A-E86D66A605C6}">
      <dsp:nvSpPr>
        <dsp:cNvPr id="0" name=""/>
        <dsp:cNvSpPr/>
      </dsp:nvSpPr>
      <dsp:spPr>
        <a:xfrm>
          <a:off x="0" y="1185071"/>
          <a:ext cx="6223961" cy="9477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BE2BB-C1D6-4381-811F-8EDDEBC4698F}">
      <dsp:nvSpPr>
        <dsp:cNvPr id="0" name=""/>
        <dsp:cNvSpPr/>
      </dsp:nvSpPr>
      <dsp:spPr>
        <a:xfrm>
          <a:off x="286689" y="1398310"/>
          <a:ext cx="521253" cy="521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22365-0375-4DFA-9780-0815CB312439}">
      <dsp:nvSpPr>
        <dsp:cNvPr id="0" name=""/>
        <dsp:cNvSpPr/>
      </dsp:nvSpPr>
      <dsp:spPr>
        <a:xfrm>
          <a:off x="1094631" y="1185071"/>
          <a:ext cx="5129329" cy="94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302" tIns="100302" rIns="100302" bIns="1003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 dirty="0">
              <a:solidFill>
                <a:schemeClr val="accent3">
                  <a:lumMod val="75000"/>
                </a:schemeClr>
              </a:solidFill>
            </a:rPr>
            <a:t>Target users: </a:t>
          </a:r>
          <a:r>
            <a:rPr lang="da-DK" sz="2500" kern="1200" baseline="0" dirty="0"/>
            <a:t>event attendees, Admin &amp; organizers</a:t>
          </a:r>
          <a:endParaRPr lang="en-US" sz="2500" kern="1200" dirty="0"/>
        </a:p>
      </dsp:txBody>
      <dsp:txXfrm>
        <a:off x="1094631" y="1185071"/>
        <a:ext cx="5129329" cy="947732"/>
      </dsp:txXfrm>
    </dsp:sp>
    <dsp:sp modelId="{14E7E0B8-A695-415D-8680-49B17D38C9A2}">
      <dsp:nvSpPr>
        <dsp:cNvPr id="0" name=""/>
        <dsp:cNvSpPr/>
      </dsp:nvSpPr>
      <dsp:spPr>
        <a:xfrm>
          <a:off x="0" y="2369737"/>
          <a:ext cx="6223961" cy="9477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C8E19-0B41-4C40-94E1-400C8484E801}">
      <dsp:nvSpPr>
        <dsp:cNvPr id="0" name=""/>
        <dsp:cNvSpPr/>
      </dsp:nvSpPr>
      <dsp:spPr>
        <a:xfrm>
          <a:off x="286689" y="2582977"/>
          <a:ext cx="521253" cy="521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774E7-492D-48C9-82DE-4E430B3BF23E}">
      <dsp:nvSpPr>
        <dsp:cNvPr id="0" name=""/>
        <dsp:cNvSpPr/>
      </dsp:nvSpPr>
      <dsp:spPr>
        <a:xfrm>
          <a:off x="1094631" y="2369737"/>
          <a:ext cx="5129329" cy="94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302" tIns="100302" rIns="100302" bIns="1003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 dirty="0">
              <a:solidFill>
                <a:schemeClr val="accent3">
                  <a:lumMod val="75000"/>
                </a:schemeClr>
              </a:solidFill>
            </a:rPr>
            <a:t>Core features: </a:t>
          </a:r>
          <a:r>
            <a:rPr lang="da-DK" sz="2500" kern="1200" baseline="0" dirty="0"/>
            <a:t>secure registration, 2FA, event creation, social sharing</a:t>
          </a:r>
          <a:endParaRPr lang="en-US" sz="2500" kern="1200" dirty="0"/>
        </a:p>
      </dsp:txBody>
      <dsp:txXfrm>
        <a:off x="1094631" y="2369737"/>
        <a:ext cx="5129329" cy="947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F9683-292F-41B3-AADD-0B0A1724FD1F}">
      <dsp:nvSpPr>
        <dsp:cNvPr id="0" name=""/>
        <dsp:cNvSpPr/>
      </dsp:nvSpPr>
      <dsp:spPr>
        <a:xfrm>
          <a:off x="0" y="438"/>
          <a:ext cx="592757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3A72EB-6F38-4317-9E6C-751185874741}">
      <dsp:nvSpPr>
        <dsp:cNvPr id="0" name=""/>
        <dsp:cNvSpPr/>
      </dsp:nvSpPr>
      <dsp:spPr>
        <a:xfrm>
          <a:off x="0" y="438"/>
          <a:ext cx="5927577" cy="71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Frontend: Angular 20 + Tailwind CSS 4.1 </a:t>
          </a:r>
          <a:endParaRPr lang="en-US" sz="2100" kern="1200"/>
        </a:p>
      </dsp:txBody>
      <dsp:txXfrm>
        <a:off x="0" y="438"/>
        <a:ext cx="5927577" cy="718644"/>
      </dsp:txXfrm>
    </dsp:sp>
    <dsp:sp modelId="{510E88B6-748E-4ECE-8485-D60EE9F848E5}">
      <dsp:nvSpPr>
        <dsp:cNvPr id="0" name=""/>
        <dsp:cNvSpPr/>
      </dsp:nvSpPr>
      <dsp:spPr>
        <a:xfrm>
          <a:off x="0" y="719083"/>
          <a:ext cx="592757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F4035E-8673-406E-8379-83D477479AEA}">
      <dsp:nvSpPr>
        <dsp:cNvPr id="0" name=""/>
        <dsp:cNvSpPr/>
      </dsp:nvSpPr>
      <dsp:spPr>
        <a:xfrm>
          <a:off x="0" y="719083"/>
          <a:ext cx="5927577" cy="71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Backend: ASP.NET Core 8 + EF Core </a:t>
          </a:r>
          <a:endParaRPr lang="en-US" sz="2100" kern="1200"/>
        </a:p>
      </dsp:txBody>
      <dsp:txXfrm>
        <a:off x="0" y="719083"/>
        <a:ext cx="5927577" cy="718644"/>
      </dsp:txXfrm>
    </dsp:sp>
    <dsp:sp modelId="{B2ACC492-DAAC-481A-BED5-EC8AACA7EBDA}">
      <dsp:nvSpPr>
        <dsp:cNvPr id="0" name=""/>
        <dsp:cNvSpPr/>
      </dsp:nvSpPr>
      <dsp:spPr>
        <a:xfrm>
          <a:off x="0" y="1437727"/>
          <a:ext cx="592757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2665AF-C48B-4C13-B619-A322DAFF5C16}">
      <dsp:nvSpPr>
        <dsp:cNvPr id="0" name=""/>
        <dsp:cNvSpPr/>
      </dsp:nvSpPr>
      <dsp:spPr>
        <a:xfrm>
          <a:off x="0" y="1437727"/>
          <a:ext cx="5927577" cy="71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Database: MS SQL Server </a:t>
          </a:r>
          <a:endParaRPr lang="en-US" sz="2100" kern="1200" dirty="0"/>
        </a:p>
      </dsp:txBody>
      <dsp:txXfrm>
        <a:off x="0" y="1437727"/>
        <a:ext cx="5927577" cy="718644"/>
      </dsp:txXfrm>
    </dsp:sp>
    <dsp:sp modelId="{E842804D-C4F8-4993-98A3-69088BDD2B07}">
      <dsp:nvSpPr>
        <dsp:cNvPr id="0" name=""/>
        <dsp:cNvSpPr/>
      </dsp:nvSpPr>
      <dsp:spPr>
        <a:xfrm>
          <a:off x="0" y="2156372"/>
          <a:ext cx="592757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AFC2E9-BC7C-44A7-A4BC-D34A891C1FB8}">
      <dsp:nvSpPr>
        <dsp:cNvPr id="0" name=""/>
        <dsp:cNvSpPr/>
      </dsp:nvSpPr>
      <dsp:spPr>
        <a:xfrm>
          <a:off x="0" y="2156372"/>
          <a:ext cx="5927577" cy="71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Security: JWT +  ASP.NET identity (PBKDF2 hashing ),2FA</a:t>
          </a:r>
          <a:endParaRPr lang="en-US" sz="2100" kern="1200" dirty="0"/>
        </a:p>
      </dsp:txBody>
      <dsp:txXfrm>
        <a:off x="0" y="2156372"/>
        <a:ext cx="5927577" cy="718644"/>
      </dsp:txXfrm>
    </dsp:sp>
    <dsp:sp modelId="{D0BEB245-E075-4C2E-AFC5-FD3FA246AE32}">
      <dsp:nvSpPr>
        <dsp:cNvPr id="0" name=""/>
        <dsp:cNvSpPr/>
      </dsp:nvSpPr>
      <dsp:spPr>
        <a:xfrm>
          <a:off x="0" y="2875016"/>
          <a:ext cx="592757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80B64B-5017-4E9C-9F1A-2813587F0699}">
      <dsp:nvSpPr>
        <dsp:cNvPr id="0" name=""/>
        <dsp:cNvSpPr/>
      </dsp:nvSpPr>
      <dsp:spPr>
        <a:xfrm>
          <a:off x="0" y="2875016"/>
          <a:ext cx="5927577" cy="718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 dirty="0"/>
            <a:t>Testing: x-Unit, swagger and Dev tools</a:t>
          </a:r>
          <a:endParaRPr lang="en-US" sz="2100" kern="1200" dirty="0"/>
        </a:p>
      </dsp:txBody>
      <dsp:txXfrm>
        <a:off x="0" y="2875016"/>
        <a:ext cx="5927577" cy="7186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94770-E0D4-4A52-8B27-1D6E9381CD79}">
      <dsp:nvSpPr>
        <dsp:cNvPr id="0" name=""/>
        <dsp:cNvSpPr/>
      </dsp:nvSpPr>
      <dsp:spPr>
        <a:xfrm>
          <a:off x="0" y="108927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Learned importance of clean architecture and modular design</a:t>
          </a:r>
          <a:endParaRPr lang="en-DK" sz="1400" kern="1200" dirty="0"/>
        </a:p>
      </dsp:txBody>
      <dsp:txXfrm>
        <a:off x="25825" y="134752"/>
        <a:ext cx="5817653" cy="477372"/>
      </dsp:txXfrm>
    </dsp:sp>
    <dsp:sp modelId="{8142CE76-E6E4-41CE-9E6A-23AE79C07C35}">
      <dsp:nvSpPr>
        <dsp:cNvPr id="0" name=""/>
        <dsp:cNvSpPr/>
      </dsp:nvSpPr>
      <dsp:spPr>
        <a:xfrm>
          <a:off x="0" y="678270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Learned the importance of creating reusable components to save development time and reduce duplication</a:t>
          </a:r>
          <a:endParaRPr lang="en-DK" sz="1400" kern="1200" dirty="0"/>
        </a:p>
      </dsp:txBody>
      <dsp:txXfrm>
        <a:off x="25825" y="704095"/>
        <a:ext cx="5817653" cy="477372"/>
      </dsp:txXfrm>
    </dsp:sp>
    <dsp:sp modelId="{8FF0F460-1D3D-458A-ABE5-8C2CB343D140}">
      <dsp:nvSpPr>
        <dsp:cNvPr id="0" name=""/>
        <dsp:cNvSpPr/>
      </dsp:nvSpPr>
      <dsp:spPr>
        <a:xfrm>
          <a:off x="0" y="1247613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Gained understanding of OOP principles for better code structure and maintainability</a:t>
          </a:r>
          <a:endParaRPr lang="en-DK" sz="1400" kern="1200" dirty="0"/>
        </a:p>
      </dsp:txBody>
      <dsp:txXfrm>
        <a:off x="25825" y="1273438"/>
        <a:ext cx="5817653" cy="477372"/>
      </dsp:txXfrm>
    </dsp:sp>
    <dsp:sp modelId="{70C61E2F-0685-4662-B518-09C0F8602B03}">
      <dsp:nvSpPr>
        <dsp:cNvPr id="0" name=""/>
        <dsp:cNvSpPr/>
      </dsp:nvSpPr>
      <dsp:spPr>
        <a:xfrm>
          <a:off x="0" y="1816956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Gained knowledge of hard, soft, and cascade delete strategies</a:t>
          </a:r>
          <a:endParaRPr lang="en-DK" sz="1400" kern="1200" dirty="0"/>
        </a:p>
      </dsp:txBody>
      <dsp:txXfrm>
        <a:off x="25825" y="1842781"/>
        <a:ext cx="5817653" cy="477372"/>
      </dsp:txXfrm>
    </dsp:sp>
    <dsp:sp modelId="{800D52F5-52E4-4241-91A7-590590050B6C}">
      <dsp:nvSpPr>
        <dsp:cNvPr id="0" name=""/>
        <dsp:cNvSpPr/>
      </dsp:nvSpPr>
      <dsp:spPr>
        <a:xfrm>
          <a:off x="0" y="2386298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Learned to identify and manage risks in software development</a:t>
          </a:r>
          <a:endParaRPr lang="en-DK" sz="1400" kern="1200" dirty="0"/>
        </a:p>
      </dsp:txBody>
      <dsp:txXfrm>
        <a:off x="25825" y="2412123"/>
        <a:ext cx="5817653" cy="477372"/>
      </dsp:txXfrm>
    </dsp:sp>
    <dsp:sp modelId="{D6B58187-A781-4AD4-98E5-4B3853FE4E3D}">
      <dsp:nvSpPr>
        <dsp:cNvPr id="0" name=""/>
        <dsp:cNvSpPr/>
      </dsp:nvSpPr>
      <dsp:spPr>
        <a:xfrm>
          <a:off x="0" y="2955641"/>
          <a:ext cx="5869303" cy="5290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Practiced testing strategies with Moq and in-memory databases</a:t>
          </a:r>
          <a:endParaRPr lang="en-DK" sz="1400" kern="1200" dirty="0"/>
        </a:p>
      </dsp:txBody>
      <dsp:txXfrm>
        <a:off x="25825" y="2981466"/>
        <a:ext cx="5817653" cy="4773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0FB7F-EA27-4666-8E23-B3CB225C9799}">
      <dsp:nvSpPr>
        <dsp:cNvPr id="0" name=""/>
        <dsp:cNvSpPr/>
      </dsp:nvSpPr>
      <dsp:spPr>
        <a:xfrm>
          <a:off x="0" y="1263"/>
          <a:ext cx="398615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CF6687-33C3-453F-AE67-95FEE44D71A1}">
      <dsp:nvSpPr>
        <dsp:cNvPr id="0" name=""/>
        <dsp:cNvSpPr/>
      </dsp:nvSpPr>
      <dsp:spPr>
        <a:xfrm>
          <a:off x="0" y="1263"/>
          <a:ext cx="3986155" cy="86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Secure and scalable event system</a:t>
          </a:r>
          <a:endParaRPr lang="en-US" sz="2100" kern="1200" dirty="0"/>
        </a:p>
      </dsp:txBody>
      <dsp:txXfrm>
        <a:off x="0" y="1263"/>
        <a:ext cx="3986155" cy="861976"/>
      </dsp:txXfrm>
    </dsp:sp>
    <dsp:sp modelId="{83C1B765-67F9-4E0C-829A-46D62919A87D}">
      <dsp:nvSpPr>
        <dsp:cNvPr id="0" name=""/>
        <dsp:cNvSpPr/>
      </dsp:nvSpPr>
      <dsp:spPr>
        <a:xfrm>
          <a:off x="0" y="863240"/>
          <a:ext cx="398615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3CA968-B09F-48FB-AAB2-7439EF3E6DB2}">
      <dsp:nvSpPr>
        <dsp:cNvPr id="0" name=""/>
        <dsp:cNvSpPr/>
      </dsp:nvSpPr>
      <dsp:spPr>
        <a:xfrm>
          <a:off x="0" y="863240"/>
          <a:ext cx="3986155" cy="86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Met all core goals</a:t>
          </a:r>
          <a:endParaRPr lang="en-US" sz="2100" kern="1200" dirty="0"/>
        </a:p>
      </dsp:txBody>
      <dsp:txXfrm>
        <a:off x="0" y="863240"/>
        <a:ext cx="3986155" cy="861976"/>
      </dsp:txXfrm>
    </dsp:sp>
    <dsp:sp modelId="{9D6303DF-56A2-41E4-80F3-F9514A77779B}">
      <dsp:nvSpPr>
        <dsp:cNvPr id="0" name=""/>
        <dsp:cNvSpPr/>
      </dsp:nvSpPr>
      <dsp:spPr>
        <a:xfrm>
          <a:off x="0" y="1725217"/>
          <a:ext cx="398615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80B85A-03FA-407E-B8DB-A3470960E1CF}">
      <dsp:nvSpPr>
        <dsp:cNvPr id="0" name=""/>
        <dsp:cNvSpPr/>
      </dsp:nvSpPr>
      <dsp:spPr>
        <a:xfrm>
          <a:off x="0" y="1725217"/>
          <a:ext cx="3986155" cy="86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Ready for future enhancements: payments, analytics, calendar sync</a:t>
          </a:r>
        </a:p>
      </dsp:txBody>
      <dsp:txXfrm>
        <a:off x="0" y="1725217"/>
        <a:ext cx="3986155" cy="861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045D2-4B76-4674-83CB-96DFCE86FDDC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BF83-5DAE-4413-A47A-7ACC915EB7E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185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3BF83-5DAE-4413-A47A-7ACC915EB7E5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6284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3BF83-5DAE-4413-A47A-7ACC915EB7E5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783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91000"/>
              </a:lnSpc>
            </a:pP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3BF83-5DAE-4413-A47A-7ACC915EB7E5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00512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3BF83-5DAE-4413-A47A-7ACC915EB7E5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22952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8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0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938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25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1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080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52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2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85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17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04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92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32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3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76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4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3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07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089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0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2/26/2026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8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6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9.jpeg"/><Relationship Id="rId7" Type="http://schemas.openxmlformats.org/officeDocument/2006/relationships/diagramColors" Target="../diagrams/colors6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4BA40-68E7-EA85-EC40-4752C60D84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8272" b="57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C80688-65D2-37CC-B80C-DC63EBAD5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1" y="640081"/>
            <a:ext cx="10147434" cy="13908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Dixen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4649E-862D-FA8F-420C-4C77C80EC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6473" y="2300438"/>
            <a:ext cx="10378440" cy="9420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Event Management, Discovery &amp; Ticketing System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50EE3AC-3636-2E15-C55C-E21EBF8CC988}"/>
              </a:ext>
            </a:extLst>
          </p:cNvPr>
          <p:cNvSpPr txBox="1">
            <a:spLocks/>
          </p:cNvSpPr>
          <p:nvPr/>
        </p:nvSpPr>
        <p:spPr>
          <a:xfrm>
            <a:off x="949036" y="43107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00" dirty="0"/>
              <a:t>Dikshya Singh Shah</a:t>
            </a:r>
          </a:p>
          <a:p>
            <a:pPr algn="l"/>
            <a:r>
              <a:rPr lang="en-US" sz="1900" dirty="0"/>
              <a:t>Class: 1205hf26016per</a:t>
            </a:r>
          </a:p>
          <a:p>
            <a:pPr algn="l"/>
            <a:r>
              <a:rPr lang="en-US" sz="1900" dirty="0"/>
              <a:t>TEC Ballerup</a:t>
            </a:r>
          </a:p>
          <a:p>
            <a:pPr algn="l"/>
            <a:r>
              <a:rPr lang="en-US" sz="1900" dirty="0"/>
              <a:t>Supervisor: Flemming Sørensen</a:t>
            </a:r>
          </a:p>
          <a:p>
            <a:pPr algn="l"/>
            <a:r>
              <a:rPr lang="en-US" sz="1900" dirty="0"/>
              <a:t>Date: </a:t>
            </a:r>
            <a:r>
              <a:rPr lang="en-DK" sz="1900" dirty="0"/>
              <a:t>19-01-2026 – 18-02-2026</a:t>
            </a:r>
            <a:endParaRPr lang="en-US" sz="1900" dirty="0"/>
          </a:p>
          <a:p>
            <a:endParaRPr lang="en-DK" sz="1900" dirty="0"/>
          </a:p>
        </p:txBody>
      </p:sp>
    </p:spTree>
    <p:extLst>
      <p:ext uri="{BB962C8B-B14F-4D97-AF65-F5344CB8AC3E}">
        <p14:creationId xmlns:p14="http://schemas.microsoft.com/office/powerpoint/2010/main" val="282843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1" name="Rectangle 515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B133-2757-4076-F2A0-5D862B74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DK" dirty="0"/>
          </a:p>
        </p:txBody>
      </p: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4" name="Picture 4" descr="50,300+ Time Funny Stock Photos, Pictures &amp; Royalty-Free Images - iStock |  Clock, Hurry funny, Fashion">
            <a:extLst>
              <a:ext uri="{FF2B5EF4-FFF2-40B4-BE49-F238E27FC236}">
                <a16:creationId xmlns:a16="http://schemas.microsoft.com/office/drawing/2014/main" id="{FA16C138-E215-3A65-3BDA-452A312FE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" r="22820" b="-1"/>
          <a:stretch>
            <a:fillRect/>
          </a:stretch>
        </p:blipFill>
        <p:spPr bwMode="auto">
          <a:xfrm>
            <a:off x="-3048" y="2264988"/>
            <a:ext cx="4370832" cy="395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BF9CF34-9A6E-BA70-27F4-85840D673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81070"/>
              </p:ext>
            </p:extLst>
          </p:nvPr>
        </p:nvGraphicFramePr>
        <p:xfrm>
          <a:off x="5004426" y="2587625"/>
          <a:ext cx="6223961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5805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CAFFC-9CD3-CD60-3225-39588423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Who am </a:t>
            </a:r>
            <a:r>
              <a:rPr lang="en-US" dirty="0" err="1"/>
              <a:t>i</a:t>
            </a:r>
            <a:endParaRPr lang="en-DK" dirty="0"/>
          </a:p>
        </p:txBody>
      </p:sp>
      <p:pic>
        <p:nvPicPr>
          <p:cNvPr id="9" name="Picture 14" descr="Who Am I? Game Questions &amp; Ideas - IcebreakerIdeas">
            <a:extLst>
              <a:ext uri="{FF2B5EF4-FFF2-40B4-BE49-F238E27FC236}">
                <a16:creationId xmlns:a16="http://schemas.microsoft.com/office/drawing/2014/main" id="{55012E04-4F43-3B5D-3105-ABD464A9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3" r="26384" b="3"/>
          <a:stretch>
            <a:fillRect/>
          </a:stretch>
        </p:blipFill>
        <p:spPr bwMode="auto">
          <a:xfrm>
            <a:off x="976829" y="2835777"/>
            <a:ext cx="3657712" cy="330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D84495DF-33A2-3607-A781-F659FE51A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061090"/>
              </p:ext>
            </p:extLst>
          </p:nvPr>
        </p:nvGraphicFramePr>
        <p:xfrm>
          <a:off x="5296240" y="2835776"/>
          <a:ext cx="5932591" cy="3274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81352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616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288AB-1689-072E-DADA-7802240D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Case /idea description</a:t>
            </a:r>
            <a:endParaRPr lang="en-DK" dirty="0"/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 descr="Funny otter reading Moby Dick iPhone Case">
            <a:extLst>
              <a:ext uri="{FF2B5EF4-FFF2-40B4-BE49-F238E27FC236}">
                <a16:creationId xmlns:a16="http://schemas.microsoft.com/office/drawing/2014/main" id="{C3302A58-70C0-1162-CFB2-308C98ED3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14" b="29388"/>
          <a:stretch>
            <a:fillRect/>
          </a:stretch>
        </p:blipFill>
        <p:spPr bwMode="auto">
          <a:xfrm>
            <a:off x="-3048" y="2264988"/>
            <a:ext cx="4370832" cy="395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4CDFEC-FAAE-012A-4EC4-989E3CA4C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988702"/>
              </p:ext>
            </p:extLst>
          </p:nvPr>
        </p:nvGraphicFramePr>
        <p:xfrm>
          <a:off x="5004426" y="2587625"/>
          <a:ext cx="6223961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8446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068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2BBB-63FA-9F48-0C21-2D5D68C2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317814"/>
            <a:ext cx="10268712" cy="17007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 Formulation</a:t>
            </a:r>
            <a:br>
              <a:rPr lang="en-US" sz="56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600" kern="1200" cap="all" spc="12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7C19D-184A-A41E-A9B0-3740906B0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2784143"/>
            <a:ext cx="5782586" cy="34330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1000"/>
              </a:lnSpc>
            </a:pPr>
            <a:r>
              <a:rPr lang="en-US" sz="2200" dirty="0">
                <a:solidFill>
                  <a:schemeClr val="accent3"/>
                </a:solidFill>
              </a:rPr>
              <a:t>Key questions</a:t>
            </a:r>
          </a:p>
          <a:p>
            <a:pPr marL="342900" indent="-342900" algn="l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Secure authentication without reducing usability?</a:t>
            </a:r>
          </a:p>
          <a:p>
            <a:pPr marL="342900" indent="-342900" algn="l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Clear separation role?</a:t>
            </a:r>
          </a:p>
          <a:p>
            <a:pPr marL="342900" indent="-342900" algn="l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Keep frontend and backend synchronize?</a:t>
            </a:r>
          </a:p>
          <a:p>
            <a:pPr marL="342900" indent="-342900" algn="l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Improve engagement and communication?</a:t>
            </a:r>
          </a:p>
        </p:txBody>
      </p:sp>
      <p:pic>
        <p:nvPicPr>
          <p:cNvPr id="2051" name="Picture 3" descr="Creative problem solving in graphic design - AZ Design">
            <a:extLst>
              <a:ext uri="{FF2B5EF4-FFF2-40B4-BE49-F238E27FC236}">
                <a16:creationId xmlns:a16="http://schemas.microsoft.com/office/drawing/2014/main" id="{128AF5C0-EEAD-230E-1A83-F29F450DB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3136" y="3195483"/>
            <a:ext cx="4012870" cy="267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71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5CEAA-1A60-8B47-56E4-EE56F1E5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6100"/>
              <a:t>Requirements specification</a:t>
            </a:r>
            <a:endParaRPr lang="en-DK" sz="6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7A8A3-EC24-7105-1D54-3615232C9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84143"/>
            <a:ext cx="5782586" cy="3433031"/>
          </a:xfrm>
        </p:spPr>
        <p:txBody>
          <a:bodyPr anchor="t">
            <a:norm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/>
              <a:t>Secure registration and login with 2FA.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/>
              <a:t>Event CRUD (proposal, approval, booking).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da-DK"/>
              <a:t>Social Share, search and filter event. </a:t>
            </a:r>
            <a:endParaRPr lang="en-US"/>
          </a:p>
          <a:p>
            <a:endParaRPr lang="en-DK"/>
          </a:p>
        </p:txBody>
      </p:sp>
      <p:pic>
        <p:nvPicPr>
          <p:cNvPr id="1026" name="Picture 2" descr="Ballon House: Over 940 Royalty-Free Licensable Stock Illustrations &amp;  Drawings | Shutterstock">
            <a:extLst>
              <a:ext uri="{FF2B5EF4-FFF2-40B4-BE49-F238E27FC236}">
                <a16:creationId xmlns:a16="http://schemas.microsoft.com/office/drawing/2014/main" id="{739AACC3-4509-60B5-3517-9308AE7D0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23096" y="2852382"/>
            <a:ext cx="2632949" cy="33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67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F9A46-15F0-CC3D-286E-F70BF7D3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 AND STRUCTURE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E76C0F18-D698-92F6-1B35-7E9706FAA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322" y="1626517"/>
            <a:ext cx="640135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6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A389-285C-5A97-CD81-0218D29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  <a:endParaRPr lang="en-DK" dirty="0"/>
          </a:p>
        </p:txBody>
      </p:sp>
      <p:pic>
        <p:nvPicPr>
          <p:cNvPr id="1026" name="Picture 2" descr="Dog funny cat Images - Free Download on Freepik">
            <a:extLst>
              <a:ext uri="{FF2B5EF4-FFF2-40B4-BE49-F238E27FC236}">
                <a16:creationId xmlns:a16="http://schemas.microsoft.com/office/drawing/2014/main" id="{BA9A76D1-38C8-4758-F904-E187B79A3D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18" y="1600200"/>
            <a:ext cx="452596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17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20" name="Rectangle 8219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1" name="Rectangle 8220">
            <a:extLst>
              <a:ext uri="{FF2B5EF4-FFF2-40B4-BE49-F238E27FC236}">
                <a16:creationId xmlns:a16="http://schemas.microsoft.com/office/drawing/2014/main" id="{725EFA61-F0F8-4F4A-B750-81EE924F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E4E43-48A4-C500-DDC1-4E37089C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11" y="317500"/>
            <a:ext cx="5927576" cy="1701800"/>
          </a:xfrm>
        </p:spPr>
        <p:txBody>
          <a:bodyPr>
            <a:normAutofit/>
          </a:bodyPr>
          <a:lstStyle/>
          <a:p>
            <a:r>
              <a:rPr lang="da-DK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Choice</a:t>
            </a:r>
            <a:endParaRPr lang="en-DK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6" name="Picture 4" descr="Vector illustration of North Korea soldier against south Korea soldier. Crisis of Korea relations. Fight media vectors">
            <a:extLst>
              <a:ext uri="{FF2B5EF4-FFF2-40B4-BE49-F238E27FC236}">
                <a16:creationId xmlns:a16="http://schemas.microsoft.com/office/drawing/2014/main" id="{99F69196-C3C8-3890-23D0-E7793952C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9" r="16410"/>
          <a:stretch>
            <a:fillRect/>
          </a:stretch>
        </p:blipFill>
        <p:spPr bwMode="auto">
          <a:xfrm>
            <a:off x="20" y="10"/>
            <a:ext cx="465732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FA92D3-6E32-9092-5110-EE01F4994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743723"/>
              </p:ext>
            </p:extLst>
          </p:nvPr>
        </p:nvGraphicFramePr>
        <p:xfrm>
          <a:off x="5300810" y="2587625"/>
          <a:ext cx="5927577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790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889D6-BE5A-7DF6-4781-3446DAE1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Project Plan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EFB09D3-D78F-3BC8-679B-60A7E6048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4064" y="937324"/>
            <a:ext cx="10363200" cy="2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8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7" name="Rectangle 9236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9" name="Rectangle 9238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da-DK"/>
              <a:t>Reflection/ Learnings</a:t>
            </a:r>
          </a:p>
        </p:txBody>
      </p:sp>
      <p:pic>
        <p:nvPicPr>
          <p:cNvPr id="9218" name="Picture 2" descr="3,700+ Pile Of Books Funny Stock Photos, Pictures &amp; Royalty ...">
            <a:extLst>
              <a:ext uri="{FF2B5EF4-FFF2-40B4-BE49-F238E27FC236}">
                <a16:creationId xmlns:a16="http://schemas.microsoft.com/office/drawing/2014/main" id="{13F39F59-D445-A16B-24A6-F390E0518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5" r="21518" b="-3"/>
          <a:stretch>
            <a:fillRect/>
          </a:stretch>
        </p:blipFill>
        <p:spPr bwMode="auto">
          <a:xfrm>
            <a:off x="7537704" y="2264989"/>
            <a:ext cx="4654296" cy="459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5A67C3-A432-8A46-277A-0C7A3A57B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187379"/>
              </p:ext>
            </p:extLst>
          </p:nvPr>
        </p:nvGraphicFramePr>
        <p:xfrm>
          <a:off x="960120" y="2587752"/>
          <a:ext cx="5869303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4" name="Rectangle 10253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4" name="Picture 4" descr="Conclusion paper word sign with colorful spectrum – Royalty-Free Vector |  VectorStock">
            <a:extLst>
              <a:ext uri="{FF2B5EF4-FFF2-40B4-BE49-F238E27FC236}">
                <a16:creationId xmlns:a16="http://schemas.microsoft.com/office/drawing/2014/main" id="{30708C45-4E3C-D94F-CF8C-A55643B18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8" r="1" b="17081"/>
          <a:stretch>
            <a:fillRect/>
          </a:stretch>
        </p:blipFill>
        <p:spPr bwMode="auto">
          <a:xfrm>
            <a:off x="5186554" y="163646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1695D-EBB9-070F-778A-D38F604F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75" r="1" b="9461"/>
          <a:stretch>
            <a:fillRect/>
          </a:stretch>
        </p:blipFill>
        <p:spPr>
          <a:xfrm>
            <a:off x="5186554" y="2956875"/>
            <a:ext cx="6806703" cy="3352653"/>
          </a:xfrm>
          <a:prstGeom prst="rect">
            <a:avLst/>
          </a:pr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D63C0A6-085E-71D8-07A6-38AFF4180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963081"/>
              </p:ext>
            </p:extLst>
          </p:nvPr>
        </p:nvGraphicFramePr>
        <p:xfrm>
          <a:off x="835155" y="3526300"/>
          <a:ext cx="3986155" cy="258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Cool Cat in Sunglasses">
            <a:extLst>
              <a:ext uri="{FF2B5EF4-FFF2-40B4-BE49-F238E27FC236}">
                <a16:creationId xmlns:a16="http://schemas.microsoft.com/office/drawing/2014/main" id="{983055EC-4E64-FC19-49F4-D95A6DAD09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03FB-E97D-3C9B-DEED-99F8D115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Any question and feedback??</a:t>
            </a:r>
          </a:p>
        </p:txBody>
      </p:sp>
    </p:spTree>
    <p:extLst>
      <p:ext uri="{BB962C8B-B14F-4D97-AF65-F5344CB8AC3E}">
        <p14:creationId xmlns:p14="http://schemas.microsoft.com/office/powerpoint/2010/main" val="3671191656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300</Words>
  <Application>Microsoft Office PowerPoint</Application>
  <PresentationFormat>Widescreen</PresentationFormat>
  <Paragraphs>61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Franklin Gothic Demi Cond</vt:lpstr>
      <vt:lpstr>Franklin Gothic Medium</vt:lpstr>
      <vt:lpstr>Wingdings</vt:lpstr>
      <vt:lpstr>JuxtaposeVTI</vt:lpstr>
      <vt:lpstr>Office Theme</vt:lpstr>
      <vt:lpstr>Dixen</vt:lpstr>
      <vt:lpstr>agenda</vt:lpstr>
      <vt:lpstr>Who am i</vt:lpstr>
      <vt:lpstr>Case /idea description</vt:lpstr>
      <vt:lpstr>Problem Formulation </vt:lpstr>
      <vt:lpstr>Requirements specification</vt:lpstr>
      <vt:lpstr>ARCHITECTURE AND STRUCTURE </vt:lpstr>
      <vt:lpstr>LIVE DEMO</vt:lpstr>
      <vt:lpstr>Technology Choice</vt:lpstr>
      <vt:lpstr>Project Plan</vt:lpstr>
      <vt:lpstr>Reflection/ Learnings</vt:lpstr>
      <vt:lpstr>PowerPoint Presentation</vt:lpstr>
      <vt:lpstr>Any question and feedback??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Dikshya Singh Shah</dc:creator>
  <cp:lastModifiedBy>Dikshya Singh Shah</cp:lastModifiedBy>
  <cp:revision>19</cp:revision>
  <dcterms:created xsi:type="dcterms:W3CDTF">2026-02-21T14:30:48Z</dcterms:created>
  <dcterms:modified xsi:type="dcterms:W3CDTF">2026-02-26T09:09:24Z</dcterms:modified>
</cp:coreProperties>
</file>